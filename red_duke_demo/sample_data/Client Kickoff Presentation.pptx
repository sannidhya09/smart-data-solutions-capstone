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72" r:id="rId5"/>
    <p:sldId id="259" r:id="rId6"/>
    <p:sldId id="297" r:id="rId7"/>
    <p:sldId id="299" r:id="rId8"/>
    <p:sldId id="301" r:id="rId9"/>
    <p:sldId id="261" r:id="rId10"/>
    <p:sldId id="2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155487-9785-920F-4459-309E40E678CC}" v="156" dt="2025-11-17T13:59:12.751"/>
    <p1510:client id="{15484DC2-448A-3DCB-8649-9CB9DC7C46D1}" v="4" dt="2025-11-17T19:19:16.321"/>
    <p1510:client id="{D1418DCF-4819-2841-7F33-9B976A98EFB4}" v="26" dt="2025-11-17T15:18:22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>
      <p:cViewPr varScale="1">
        <p:scale>
          <a:sx n="102" d="100"/>
          <a:sy n="102" d="100"/>
        </p:scale>
        <p:origin x="49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Dufresne" userId="cd0aa6b6-9d3b-42c7-a3cb-5f20a413912e" providerId="ADAL" clId="{FCAA0B49-B03F-48D0-96EB-8E2EFBD5F9A0}"/>
    <pc:docChg chg="undo custSel addSld delSld modSld sldOrd modShowInfo">
      <pc:chgData name="Nathan Dufresne" userId="cd0aa6b6-9d3b-42c7-a3cb-5f20a413912e" providerId="ADAL" clId="{FCAA0B49-B03F-48D0-96EB-8E2EFBD5F9A0}" dt="2025-11-17T17:26:25.125" v="597" actId="2744"/>
      <pc:docMkLst>
        <pc:docMk/>
      </pc:docMkLst>
      <pc:sldChg chg="delSp modSp mod">
        <pc:chgData name="Nathan Dufresne" userId="cd0aa6b6-9d3b-42c7-a3cb-5f20a413912e" providerId="ADAL" clId="{FCAA0B49-B03F-48D0-96EB-8E2EFBD5F9A0}" dt="2025-11-14T21:34:42.996" v="183" actId="478"/>
        <pc:sldMkLst>
          <pc:docMk/>
          <pc:sldMk cId="2627423487" sldId="259"/>
        </pc:sldMkLst>
        <pc:spChg chg="mod">
          <ac:chgData name="Nathan Dufresne" userId="cd0aa6b6-9d3b-42c7-a3cb-5f20a413912e" providerId="ADAL" clId="{FCAA0B49-B03F-48D0-96EB-8E2EFBD5F9A0}" dt="2025-11-14T21:32:14.977" v="152" actId="1076"/>
          <ac:spMkLst>
            <pc:docMk/>
            <pc:sldMk cId="2627423487" sldId="259"/>
            <ac:spMk id="2" creationId="{660B85F1-109E-395A-18BB-3626EBFA731D}"/>
          </ac:spMkLst>
        </pc:spChg>
        <pc:spChg chg="mod">
          <ac:chgData name="Nathan Dufresne" userId="cd0aa6b6-9d3b-42c7-a3cb-5f20a413912e" providerId="ADAL" clId="{FCAA0B49-B03F-48D0-96EB-8E2EFBD5F9A0}" dt="2025-11-14T21:31:33.318" v="145" actId="1076"/>
          <ac:spMkLst>
            <pc:docMk/>
            <pc:sldMk cId="2627423487" sldId="259"/>
            <ac:spMk id="4" creationId="{85F59978-DD82-1AD6-A73E-A03D97543401}"/>
          </ac:spMkLst>
        </pc:spChg>
      </pc:sldChg>
      <pc:sldChg chg="modSp mod ord">
        <pc:chgData name="Nathan Dufresne" userId="cd0aa6b6-9d3b-42c7-a3cb-5f20a413912e" providerId="ADAL" clId="{FCAA0B49-B03F-48D0-96EB-8E2EFBD5F9A0}" dt="2025-11-17T16:39:40.071" v="596" actId="207"/>
        <pc:sldMkLst>
          <pc:docMk/>
          <pc:sldMk cId="2747163146" sldId="261"/>
        </pc:sldMkLst>
        <pc:spChg chg="mod">
          <ac:chgData name="Nathan Dufresne" userId="cd0aa6b6-9d3b-42c7-a3cb-5f20a413912e" providerId="ADAL" clId="{FCAA0B49-B03F-48D0-96EB-8E2EFBD5F9A0}" dt="2025-11-17T16:39:40.071" v="596" actId="207"/>
          <ac:spMkLst>
            <pc:docMk/>
            <pc:sldMk cId="2747163146" sldId="261"/>
            <ac:spMk id="2" creationId="{C6F4907B-3CBB-B5F4-504B-014A29B76D74}"/>
          </ac:spMkLst>
        </pc:spChg>
        <pc:spChg chg="mod">
          <ac:chgData name="Nathan Dufresne" userId="cd0aa6b6-9d3b-42c7-a3cb-5f20a413912e" providerId="ADAL" clId="{FCAA0B49-B03F-48D0-96EB-8E2EFBD5F9A0}" dt="2025-11-14T21:51:22.332" v="313" actId="20577"/>
          <ac:spMkLst>
            <pc:docMk/>
            <pc:sldMk cId="2747163146" sldId="261"/>
            <ac:spMk id="3" creationId="{5BE0F18D-A874-FF53-F578-7D794370DB4B}"/>
          </ac:spMkLst>
        </pc:spChg>
      </pc:sldChg>
      <pc:sldChg chg="modSp mod">
        <pc:chgData name="Nathan Dufresne" userId="cd0aa6b6-9d3b-42c7-a3cb-5f20a413912e" providerId="ADAL" clId="{FCAA0B49-B03F-48D0-96EB-8E2EFBD5F9A0}" dt="2025-11-17T16:39:32.274" v="595" actId="207"/>
        <pc:sldMkLst>
          <pc:docMk/>
          <pc:sldMk cId="2304023433" sldId="272"/>
        </pc:sldMkLst>
        <pc:spChg chg="mod">
          <ac:chgData name="Nathan Dufresne" userId="cd0aa6b6-9d3b-42c7-a3cb-5f20a413912e" providerId="ADAL" clId="{FCAA0B49-B03F-48D0-96EB-8E2EFBD5F9A0}" dt="2025-11-14T21:28:45.496" v="35" actId="20577"/>
          <ac:spMkLst>
            <pc:docMk/>
            <pc:sldMk cId="2304023433" sldId="272"/>
            <ac:spMk id="4" creationId="{DB5E468C-ED82-DFF8-D7F2-68EF92F2798F}"/>
          </ac:spMkLst>
        </pc:spChg>
        <pc:spChg chg="mod">
          <ac:chgData name="Nathan Dufresne" userId="cd0aa6b6-9d3b-42c7-a3cb-5f20a413912e" providerId="ADAL" clId="{FCAA0B49-B03F-48D0-96EB-8E2EFBD5F9A0}" dt="2025-11-17T16:39:32.274" v="595" actId="207"/>
          <ac:spMkLst>
            <pc:docMk/>
            <pc:sldMk cId="2304023433" sldId="272"/>
            <ac:spMk id="5" creationId="{746506FB-846F-58B8-39AC-F197BDC06067}"/>
          </ac:spMkLst>
        </pc:spChg>
        <pc:spChg chg="mod">
          <ac:chgData name="Nathan Dufresne" userId="cd0aa6b6-9d3b-42c7-a3cb-5f20a413912e" providerId="ADAL" clId="{FCAA0B49-B03F-48D0-96EB-8E2EFBD5F9A0}" dt="2025-11-14T21:29:13.917" v="71" actId="20577"/>
          <ac:spMkLst>
            <pc:docMk/>
            <pc:sldMk cId="2304023433" sldId="272"/>
            <ac:spMk id="6" creationId="{9BEAD5DF-C58E-139E-C61E-788AE7DDCE2B}"/>
          </ac:spMkLst>
        </pc:spChg>
      </pc:sldChg>
      <pc:sldChg chg="ord">
        <pc:chgData name="Nathan Dufresne" userId="cd0aa6b6-9d3b-42c7-a3cb-5f20a413912e" providerId="ADAL" clId="{FCAA0B49-B03F-48D0-96EB-8E2EFBD5F9A0}" dt="2025-11-14T21:53:56.033" v="434"/>
        <pc:sldMkLst>
          <pc:docMk/>
          <pc:sldMk cId="2110968378" sldId="292"/>
        </pc:sldMkLst>
      </pc:sldChg>
      <pc:sldChg chg="modSp mod">
        <pc:chgData name="Nathan Dufresne" userId="cd0aa6b6-9d3b-42c7-a3cb-5f20a413912e" providerId="ADAL" clId="{FCAA0B49-B03F-48D0-96EB-8E2EFBD5F9A0}" dt="2025-11-14T21:36:18.585" v="241" actId="20577"/>
        <pc:sldMkLst>
          <pc:docMk/>
          <pc:sldMk cId="892510908" sldId="297"/>
        </pc:sldMkLst>
        <pc:spChg chg="mod">
          <ac:chgData name="Nathan Dufresne" userId="cd0aa6b6-9d3b-42c7-a3cb-5f20a413912e" providerId="ADAL" clId="{FCAA0B49-B03F-48D0-96EB-8E2EFBD5F9A0}" dt="2025-11-14T21:35:40.605" v="202" actId="122"/>
          <ac:spMkLst>
            <pc:docMk/>
            <pc:sldMk cId="892510908" sldId="297"/>
            <ac:spMk id="2" creationId="{690C9A08-31E4-0FC4-E504-BF93EFBC83ED}"/>
          </ac:spMkLst>
        </pc:spChg>
        <pc:spChg chg="mod">
          <ac:chgData name="Nathan Dufresne" userId="cd0aa6b6-9d3b-42c7-a3cb-5f20a413912e" providerId="ADAL" clId="{FCAA0B49-B03F-48D0-96EB-8E2EFBD5F9A0}" dt="2025-11-14T21:36:18.585" v="241" actId="20577"/>
          <ac:spMkLst>
            <pc:docMk/>
            <pc:sldMk cId="892510908" sldId="297"/>
            <ac:spMk id="3" creationId="{B95CAFDC-CA88-BD67-F2AB-F6FCE89D5875}"/>
          </ac:spMkLst>
        </pc:spChg>
      </pc:sldChg>
      <pc:sldChg chg="modSp mod">
        <pc:chgData name="Nathan Dufresne" userId="cd0aa6b6-9d3b-42c7-a3cb-5f20a413912e" providerId="ADAL" clId="{FCAA0B49-B03F-48D0-96EB-8E2EFBD5F9A0}" dt="2025-11-14T21:42:13.110" v="275" actId="122"/>
        <pc:sldMkLst>
          <pc:docMk/>
          <pc:sldMk cId="275799767" sldId="299"/>
        </pc:sldMkLst>
        <pc:spChg chg="mod">
          <ac:chgData name="Nathan Dufresne" userId="cd0aa6b6-9d3b-42c7-a3cb-5f20a413912e" providerId="ADAL" clId="{FCAA0B49-B03F-48D0-96EB-8E2EFBD5F9A0}" dt="2025-11-14T21:42:08.724" v="274" actId="122"/>
          <ac:spMkLst>
            <pc:docMk/>
            <pc:sldMk cId="275799767" sldId="299"/>
            <ac:spMk id="2" creationId="{AA7278F5-9269-2E75-5823-94A7E33F7474}"/>
          </ac:spMkLst>
        </pc:spChg>
        <pc:spChg chg="mod">
          <ac:chgData name="Nathan Dufresne" userId="cd0aa6b6-9d3b-42c7-a3cb-5f20a413912e" providerId="ADAL" clId="{FCAA0B49-B03F-48D0-96EB-8E2EFBD5F9A0}" dt="2025-11-14T21:42:13.110" v="275" actId="122"/>
          <ac:spMkLst>
            <pc:docMk/>
            <pc:sldMk cId="275799767" sldId="299"/>
            <ac:spMk id="3" creationId="{14F61C7D-2EB9-F862-034E-B2FB6C1C2831}"/>
          </ac:spMkLst>
        </pc:spChg>
      </pc:sldChg>
      <pc:sldChg chg="addSp delSp modSp mod modClrScheme chgLayout">
        <pc:chgData name="Nathan Dufresne" userId="cd0aa6b6-9d3b-42c7-a3cb-5f20a413912e" providerId="ADAL" clId="{FCAA0B49-B03F-48D0-96EB-8E2EFBD5F9A0}" dt="2025-11-14T22:30:13.339" v="579" actId="20577"/>
        <pc:sldMkLst>
          <pc:docMk/>
          <pc:sldMk cId="473361155" sldId="301"/>
        </pc:sldMkLst>
        <pc:spChg chg="mod ord">
          <ac:chgData name="Nathan Dufresne" userId="cd0aa6b6-9d3b-42c7-a3cb-5f20a413912e" providerId="ADAL" clId="{FCAA0B49-B03F-48D0-96EB-8E2EFBD5F9A0}" dt="2025-11-14T22:30:13.339" v="579" actId="20577"/>
          <ac:spMkLst>
            <pc:docMk/>
            <pc:sldMk cId="473361155" sldId="301"/>
            <ac:spMk id="2" creationId="{D452931D-351D-7683-6371-5D0E3DC65A53}"/>
          </ac:spMkLst>
        </pc:spChg>
        <pc:picChg chg="add mod ord">
          <ac:chgData name="Nathan Dufresne" userId="cd0aa6b6-9d3b-42c7-a3cb-5f20a413912e" providerId="ADAL" clId="{FCAA0B49-B03F-48D0-96EB-8E2EFBD5F9A0}" dt="2025-11-14T22:28:42.625" v="568" actId="26606"/>
          <ac:picMkLst>
            <pc:docMk/>
            <pc:sldMk cId="473361155" sldId="301"/>
            <ac:picMk id="7" creationId="{A64ED812-FA58-E26D-2897-70C21068F326}"/>
          </ac:picMkLst>
        </pc:picChg>
      </pc:sldChg>
      <pc:sldMasterChg chg="delSldLayout">
        <pc:chgData name="Nathan Dufresne" userId="cd0aa6b6-9d3b-42c7-a3cb-5f20a413912e" providerId="ADAL" clId="{FCAA0B49-B03F-48D0-96EB-8E2EFBD5F9A0}" dt="2025-11-14T21:39:03.700" v="255" actId="47"/>
        <pc:sldMasterMkLst>
          <pc:docMk/>
          <pc:sldMasterMk cId="2725734755" sldId="2147483648"/>
        </pc:sldMasterMkLst>
      </pc:sldMasterChg>
    </pc:docChg>
  </pc:docChgLst>
  <pc:docChgLst>
    <pc:chgData name="Nathan Dufresne" userId="S::nathan.dufresne@sdata.us::cd0aa6b6-9d3b-42c7-a3cb-5f20a413912e" providerId="AD" clId="Web-{D1418DCF-4819-2841-7F33-9B976A98EFB4}"/>
    <pc:docChg chg="modSld">
      <pc:chgData name="Nathan Dufresne" userId="S::nathan.dufresne@sdata.us::cd0aa6b6-9d3b-42c7-a3cb-5f20a413912e" providerId="AD" clId="Web-{D1418DCF-4819-2841-7F33-9B976A98EFB4}" dt="2025-11-17T15:18:22.405" v="25" actId="20577"/>
      <pc:docMkLst>
        <pc:docMk/>
      </pc:docMkLst>
      <pc:sldChg chg="modSp">
        <pc:chgData name="Nathan Dufresne" userId="S::nathan.dufresne@sdata.us::cd0aa6b6-9d3b-42c7-a3cb-5f20a413912e" providerId="AD" clId="Web-{D1418DCF-4819-2841-7F33-9B976A98EFB4}" dt="2025-11-17T15:18:22.405" v="25" actId="20577"/>
        <pc:sldMkLst>
          <pc:docMk/>
          <pc:sldMk cId="2747163146" sldId="261"/>
        </pc:sldMkLst>
        <pc:spChg chg="mod">
          <ac:chgData name="Nathan Dufresne" userId="S::nathan.dufresne@sdata.us::cd0aa6b6-9d3b-42c7-a3cb-5f20a413912e" providerId="AD" clId="Web-{D1418DCF-4819-2841-7F33-9B976A98EFB4}" dt="2025-11-17T15:18:22.405" v="25" actId="20577"/>
          <ac:spMkLst>
            <pc:docMk/>
            <pc:sldMk cId="2747163146" sldId="261"/>
            <ac:spMk id="2" creationId="{C6F4907B-3CBB-B5F4-504B-014A29B76D74}"/>
          </ac:spMkLst>
        </pc:spChg>
      </pc:sldChg>
      <pc:sldChg chg="modSp">
        <pc:chgData name="Nathan Dufresne" userId="S::nathan.dufresne@sdata.us::cd0aa6b6-9d3b-42c7-a3cb-5f20a413912e" providerId="AD" clId="Web-{D1418DCF-4819-2841-7F33-9B976A98EFB4}" dt="2025-11-17T15:14:16.374" v="0" actId="20577"/>
        <pc:sldMkLst>
          <pc:docMk/>
          <pc:sldMk cId="2304023433" sldId="272"/>
        </pc:sldMkLst>
        <pc:spChg chg="mod">
          <ac:chgData name="Nathan Dufresne" userId="S::nathan.dufresne@sdata.us::cd0aa6b6-9d3b-42c7-a3cb-5f20a413912e" providerId="AD" clId="Web-{D1418DCF-4819-2841-7F33-9B976A98EFB4}" dt="2025-11-17T15:14:16.374" v="0" actId="20577"/>
          <ac:spMkLst>
            <pc:docMk/>
            <pc:sldMk cId="2304023433" sldId="272"/>
            <ac:spMk id="6" creationId="{9BEAD5DF-C58E-139E-C61E-788AE7DDCE2B}"/>
          </ac:spMkLst>
        </pc:spChg>
      </pc:sldChg>
    </pc:docChg>
  </pc:docChgLst>
  <pc:docChgLst>
    <pc:chgData name="Nathan Dufresne" userId="S::nathan.dufresne@sdata.us::cd0aa6b6-9d3b-42c7-a3cb-5f20a413912e" providerId="AD" clId="Web-{84678C61-A56E-7F98-2D6E-750057B70E9E}"/>
    <pc:docChg chg="delSld modSld">
      <pc:chgData name="Nathan Dufresne" userId="S::nathan.dufresne@sdata.us::cd0aa6b6-9d3b-42c7-a3cb-5f20a413912e" providerId="AD" clId="Web-{84678C61-A56E-7F98-2D6E-750057B70E9E}" dt="2025-11-14T22:41:33.733" v="18" actId="20577"/>
      <pc:docMkLst>
        <pc:docMk/>
      </pc:docMkLst>
      <pc:sldChg chg="modSp">
        <pc:chgData name="Nathan Dufresne" userId="S::nathan.dufresne@sdata.us::cd0aa6b6-9d3b-42c7-a3cb-5f20a413912e" providerId="AD" clId="Web-{84678C61-A56E-7F98-2D6E-750057B70E9E}" dt="2025-11-14T22:40:45.076" v="11" actId="20577"/>
        <pc:sldMkLst>
          <pc:docMk/>
          <pc:sldMk cId="2304023433" sldId="272"/>
        </pc:sldMkLst>
        <pc:spChg chg="mod">
          <ac:chgData name="Nathan Dufresne" userId="S::nathan.dufresne@sdata.us::cd0aa6b6-9d3b-42c7-a3cb-5f20a413912e" providerId="AD" clId="Web-{84678C61-A56E-7F98-2D6E-750057B70E9E}" dt="2025-11-14T22:40:45.076" v="11" actId="20577"/>
          <ac:spMkLst>
            <pc:docMk/>
            <pc:sldMk cId="2304023433" sldId="272"/>
            <ac:spMk id="4" creationId="{DB5E468C-ED82-DFF8-D7F2-68EF92F2798F}"/>
          </ac:spMkLst>
        </pc:spChg>
        <pc:spChg chg="mod">
          <ac:chgData name="Nathan Dufresne" userId="S::nathan.dufresne@sdata.us::cd0aa6b6-9d3b-42c7-a3cb-5f20a413912e" providerId="AD" clId="Web-{84678C61-A56E-7F98-2D6E-750057B70E9E}" dt="2025-11-14T22:40:32.982" v="8" actId="20577"/>
          <ac:spMkLst>
            <pc:docMk/>
            <pc:sldMk cId="2304023433" sldId="272"/>
            <ac:spMk id="5" creationId="{746506FB-846F-58B8-39AC-F197BDC06067}"/>
          </ac:spMkLst>
        </pc:spChg>
      </pc:sldChg>
      <pc:sldChg chg="modSp">
        <pc:chgData name="Nathan Dufresne" userId="S::nathan.dufresne@sdata.us::cd0aa6b6-9d3b-42c7-a3cb-5f20a413912e" providerId="AD" clId="Web-{84678C61-A56E-7F98-2D6E-750057B70E9E}" dt="2025-11-14T22:41:33.733" v="18" actId="20577"/>
        <pc:sldMkLst>
          <pc:docMk/>
          <pc:sldMk cId="892510908" sldId="297"/>
        </pc:sldMkLst>
        <pc:spChg chg="mod">
          <ac:chgData name="Nathan Dufresne" userId="S::nathan.dufresne@sdata.us::cd0aa6b6-9d3b-42c7-a3cb-5f20a413912e" providerId="AD" clId="Web-{84678C61-A56E-7F98-2D6E-750057B70E9E}" dt="2025-11-14T22:41:33.733" v="18" actId="20577"/>
          <ac:spMkLst>
            <pc:docMk/>
            <pc:sldMk cId="892510908" sldId="297"/>
            <ac:spMk id="2" creationId="{690C9A08-31E4-0FC4-E504-BF93EFBC83ED}"/>
          </ac:spMkLst>
        </pc:spChg>
      </pc:sldChg>
      <pc:sldChg chg="modSp">
        <pc:chgData name="Nathan Dufresne" userId="S::nathan.dufresne@sdata.us::cd0aa6b6-9d3b-42c7-a3cb-5f20a413912e" providerId="AD" clId="Web-{84678C61-A56E-7F98-2D6E-750057B70E9E}" dt="2025-11-14T22:41:27.608" v="17" actId="20577"/>
        <pc:sldMkLst>
          <pc:docMk/>
          <pc:sldMk cId="275799767" sldId="299"/>
        </pc:sldMkLst>
        <pc:spChg chg="mod">
          <ac:chgData name="Nathan Dufresne" userId="S::nathan.dufresne@sdata.us::cd0aa6b6-9d3b-42c7-a3cb-5f20a413912e" providerId="AD" clId="Web-{84678C61-A56E-7F98-2D6E-750057B70E9E}" dt="2025-11-14T22:41:24.498" v="16" actId="20577"/>
          <ac:spMkLst>
            <pc:docMk/>
            <pc:sldMk cId="275799767" sldId="299"/>
            <ac:spMk id="2" creationId="{AA7278F5-9269-2E75-5823-94A7E33F7474}"/>
          </ac:spMkLst>
        </pc:spChg>
        <pc:spChg chg="mod">
          <ac:chgData name="Nathan Dufresne" userId="S::nathan.dufresne@sdata.us::cd0aa6b6-9d3b-42c7-a3cb-5f20a413912e" providerId="AD" clId="Web-{84678C61-A56E-7F98-2D6E-750057B70E9E}" dt="2025-11-14T22:41:27.608" v="17" actId="20577"/>
          <ac:spMkLst>
            <pc:docMk/>
            <pc:sldMk cId="275799767" sldId="299"/>
            <ac:spMk id="3" creationId="{14F61C7D-2EB9-F862-034E-B2FB6C1C2831}"/>
          </ac:spMkLst>
        </pc:spChg>
      </pc:sldChg>
    </pc:docChg>
  </pc:docChgLst>
  <pc:docChgLst>
    <pc:chgData name="Nathan Dufresne" userId="S::nathan.dufresne@sdata.us::cd0aa6b6-9d3b-42c7-a3cb-5f20a413912e" providerId="AD" clId="Web-{09155487-9785-920F-4459-309E40E678CC}"/>
    <pc:docChg chg="modSld">
      <pc:chgData name="Nathan Dufresne" userId="S::nathan.dufresne@sdata.us::cd0aa6b6-9d3b-42c7-a3cb-5f20a413912e" providerId="AD" clId="Web-{09155487-9785-920F-4459-309E40E678CC}" dt="2025-11-17T13:59:04.563" v="152" actId="20577"/>
      <pc:docMkLst>
        <pc:docMk/>
      </pc:docMkLst>
      <pc:sldChg chg="modSp">
        <pc:chgData name="Nathan Dufresne" userId="S::nathan.dufresne@sdata.us::cd0aa6b6-9d3b-42c7-a3cb-5f20a413912e" providerId="AD" clId="Web-{09155487-9785-920F-4459-309E40E678CC}" dt="2025-11-17T13:52:13.736" v="99" actId="20577"/>
        <pc:sldMkLst>
          <pc:docMk/>
          <pc:sldMk cId="892510908" sldId="297"/>
        </pc:sldMkLst>
        <pc:spChg chg="mod">
          <ac:chgData name="Nathan Dufresne" userId="S::nathan.dufresne@sdata.us::cd0aa6b6-9d3b-42c7-a3cb-5f20a413912e" providerId="AD" clId="Web-{09155487-9785-920F-4459-309E40E678CC}" dt="2025-11-17T13:52:13.736" v="99" actId="20577"/>
          <ac:spMkLst>
            <pc:docMk/>
            <pc:sldMk cId="892510908" sldId="297"/>
            <ac:spMk id="3" creationId="{B95CAFDC-CA88-BD67-F2AB-F6FCE89D5875}"/>
          </ac:spMkLst>
        </pc:spChg>
      </pc:sldChg>
      <pc:sldChg chg="modSp">
        <pc:chgData name="Nathan Dufresne" userId="S::nathan.dufresne@sdata.us::cd0aa6b6-9d3b-42c7-a3cb-5f20a413912e" providerId="AD" clId="Web-{09155487-9785-920F-4459-309E40E678CC}" dt="2025-11-17T13:59:04.563" v="152" actId="20577"/>
        <pc:sldMkLst>
          <pc:docMk/>
          <pc:sldMk cId="275799767" sldId="299"/>
        </pc:sldMkLst>
        <pc:spChg chg="mod">
          <ac:chgData name="Nathan Dufresne" userId="S::nathan.dufresne@sdata.us::cd0aa6b6-9d3b-42c7-a3cb-5f20a413912e" providerId="AD" clId="Web-{09155487-9785-920F-4459-309E40E678CC}" dt="2025-11-17T13:56:07.220" v="134" actId="20577"/>
          <ac:spMkLst>
            <pc:docMk/>
            <pc:sldMk cId="275799767" sldId="299"/>
            <ac:spMk id="3" creationId="{14F61C7D-2EB9-F862-034E-B2FB6C1C2831}"/>
          </ac:spMkLst>
        </pc:spChg>
        <pc:spChg chg="mod">
          <ac:chgData name="Nathan Dufresne" userId="S::nathan.dufresne@sdata.us::cd0aa6b6-9d3b-42c7-a3cb-5f20a413912e" providerId="AD" clId="Web-{09155487-9785-920F-4459-309E40E678CC}" dt="2025-11-17T13:59:04.563" v="152" actId="20577"/>
          <ac:spMkLst>
            <pc:docMk/>
            <pc:sldMk cId="275799767" sldId="299"/>
            <ac:spMk id="4" creationId="{1AF8A8E4-438E-D379-8EB8-D18127140D4D}"/>
          </ac:spMkLst>
        </pc:spChg>
      </pc:sldChg>
    </pc:docChg>
  </pc:docChgLst>
  <pc:docChgLst>
    <pc:chgData name="Nathan Dufresne" userId="S::nathan.dufresne@sdata.us::cd0aa6b6-9d3b-42c7-a3cb-5f20a413912e" providerId="AD" clId="Web-{15484DC2-448A-3DCB-8649-9CB9DC7C46D1}"/>
    <pc:docChg chg="modSld">
      <pc:chgData name="Nathan Dufresne" userId="S::nathan.dufresne@sdata.us::cd0aa6b6-9d3b-42c7-a3cb-5f20a413912e" providerId="AD" clId="Web-{15484DC2-448A-3DCB-8649-9CB9DC7C46D1}" dt="2025-11-17T19:19:12.728" v="2" actId="20577"/>
      <pc:docMkLst>
        <pc:docMk/>
      </pc:docMkLst>
      <pc:sldChg chg="modSp">
        <pc:chgData name="Nathan Dufresne" userId="S::nathan.dufresne@sdata.us::cd0aa6b6-9d3b-42c7-a3cb-5f20a413912e" providerId="AD" clId="Web-{15484DC2-448A-3DCB-8649-9CB9DC7C46D1}" dt="2025-11-17T19:19:12.728" v="2" actId="20577"/>
        <pc:sldMkLst>
          <pc:docMk/>
          <pc:sldMk cId="2110968378" sldId="292"/>
        </pc:sldMkLst>
        <pc:spChg chg="mod">
          <ac:chgData name="Nathan Dufresne" userId="S::nathan.dufresne@sdata.us::cd0aa6b6-9d3b-42c7-a3cb-5f20a413912e" providerId="AD" clId="Web-{15484DC2-448A-3DCB-8649-9CB9DC7C46D1}" dt="2025-11-17T19:19:12.728" v="2" actId="20577"/>
          <ac:spMkLst>
            <pc:docMk/>
            <pc:sldMk cId="2110968378" sldId="292"/>
            <ac:spMk id="2" creationId="{1925574A-C5A3-9EFC-09E8-C4AE31A56BB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229B1-6CB4-8747-ADD5-30E6F35E0D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46BFC-079F-0B40-BE19-41398C660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7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Dark" preserve="1" userDrawn="1">
  <p:cSld name="Title Slide Dark">
    <p:bg>
      <p:bgPr>
        <a:solidFill>
          <a:schemeClr val="accent2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661615" y="2075704"/>
            <a:ext cx="8155200" cy="194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6300"/>
              <a:buFont typeface="Space Grotesk"/>
              <a:buNone/>
              <a:defRPr sz="6000" b="1">
                <a:solidFill>
                  <a:srgbClr val="D097E7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5EF12-EB91-57F3-F1DD-26AAAE9674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81493" y="860480"/>
            <a:ext cx="2986084" cy="725191"/>
          </a:xfrm>
          <a:prstGeom prst="rect">
            <a:avLst/>
          </a:prstGeom>
        </p:spPr>
      </p:pic>
      <p:pic>
        <p:nvPicPr>
          <p:cNvPr id="4" name="Picture 3" descr="A close-up of a network&#10;&#10;AI-generated content may be incorrect.">
            <a:extLst>
              <a:ext uri="{FF2B5EF4-FFF2-40B4-BE49-F238E27FC236}">
                <a16:creationId xmlns:a16="http://schemas.microsoft.com/office/drawing/2014/main" id="{97A9A60A-C2BC-67E6-937A-6FF6123202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28760" y="0"/>
            <a:ext cx="306324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44E951-68BA-6949-7A5A-5A5D9B0F1A7F}"/>
              </a:ext>
            </a:extLst>
          </p:cNvPr>
          <p:cNvSpPr/>
          <p:nvPr userDrawn="1"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Google Shape;165;p18"/>
          <p:cNvSpPr/>
          <p:nvPr/>
        </p:nvSpPr>
        <p:spPr>
          <a:xfrm>
            <a:off x="6786879" y="6528152"/>
            <a:ext cx="4635561" cy="179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1369C03-F755-26AF-1E92-8830C58846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1223" y="4078515"/>
            <a:ext cx="8165592" cy="475488"/>
          </a:xfrm>
        </p:spPr>
        <p:txBody>
          <a:bodyPr/>
          <a:lstStyle>
            <a:lvl1pPr marL="0" indent="0">
              <a:buNone/>
              <a:defRPr sz="1500">
                <a:solidFill>
                  <a:schemeClr val="tx2"/>
                </a:solidFill>
              </a:defRPr>
            </a:lvl1pPr>
            <a:lvl2pPr>
              <a:defRPr sz="1500">
                <a:solidFill>
                  <a:schemeClr val="tx2"/>
                </a:solidFill>
              </a:defRPr>
            </a:lvl2pPr>
            <a:lvl3pPr>
              <a:defRPr sz="1500">
                <a:solidFill>
                  <a:schemeClr val="tx2"/>
                </a:solidFill>
              </a:defRPr>
            </a:lvl3pPr>
            <a:lvl4pPr>
              <a:defRPr sz="1500">
                <a:solidFill>
                  <a:schemeClr val="tx2"/>
                </a:solidFill>
              </a:defRPr>
            </a:lvl4pPr>
            <a:lvl5pPr>
              <a:defRPr sz="15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A690650-4237-CC73-F9A6-426D3C614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223" y="4554538"/>
            <a:ext cx="8165752" cy="475488"/>
          </a:xfrm>
        </p:spPr>
        <p:txBody>
          <a:bodyPr/>
          <a:lstStyle>
            <a:lvl1pPr marL="0" indent="0"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Date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489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Light" preserve="1" userDrawn="1">
  <p:cSld name="Title Slide Light">
    <p:bg>
      <p:bgPr>
        <a:solidFill>
          <a:schemeClr val="accent5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network&#10;&#10;AI-generated content may be incorrect.">
            <a:extLst>
              <a:ext uri="{FF2B5EF4-FFF2-40B4-BE49-F238E27FC236}">
                <a16:creationId xmlns:a16="http://schemas.microsoft.com/office/drawing/2014/main" id="{93F1944A-4BD5-9446-26E9-7D013C1D01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28760" y="0"/>
            <a:ext cx="306324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0880E1-FB75-CFA1-BD73-356B4A59A4C9}"/>
              </a:ext>
            </a:extLst>
          </p:cNvPr>
          <p:cNvSpPr/>
          <p:nvPr userDrawn="1"/>
        </p:nvSpPr>
        <p:spPr>
          <a:xfrm>
            <a:off x="0" y="6291072"/>
            <a:ext cx="12192000" cy="5669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Google Shape;169;p19"/>
          <p:cNvSpPr/>
          <p:nvPr/>
        </p:nvSpPr>
        <p:spPr>
          <a:xfrm>
            <a:off x="3070860" y="6522720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B0940A-A74E-B4A2-A199-486736A9B2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81493" y="859536"/>
            <a:ext cx="2986084" cy="588168"/>
          </a:xfrm>
          <a:prstGeom prst="rect">
            <a:avLst/>
          </a:prstGeom>
        </p:spPr>
      </p:pic>
      <p:sp>
        <p:nvSpPr>
          <p:cNvPr id="8" name="Google Shape;166;p18">
            <a:extLst>
              <a:ext uri="{FF2B5EF4-FFF2-40B4-BE49-F238E27FC236}">
                <a16:creationId xmlns:a16="http://schemas.microsoft.com/office/drawing/2014/main" id="{EFED6326-88FE-0795-9AA6-2D51942367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1615" y="2075704"/>
            <a:ext cx="8155200" cy="194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6300"/>
              <a:buFont typeface="Space Grotesk"/>
              <a:buNone/>
              <a:defRPr sz="6000" b="1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7A50B13-8E04-1535-BBC5-3230AF3AB3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9224" y="4078224"/>
            <a:ext cx="8165592" cy="475488"/>
          </a:xfrm>
        </p:spPr>
        <p:txBody>
          <a:bodyPr/>
          <a:lstStyle>
            <a:lvl1pPr marL="0" indent="0">
              <a:buNone/>
              <a:defRPr sz="1500">
                <a:solidFill>
                  <a:schemeClr val="accent2"/>
                </a:solidFill>
              </a:defRPr>
            </a:lvl1pPr>
            <a:lvl2pPr marL="457200" indent="0">
              <a:buNone/>
              <a:defRPr sz="1500"/>
            </a:lvl2pPr>
            <a:lvl3pPr marL="914400" indent="0">
              <a:buNone/>
              <a:defRPr sz="1500"/>
            </a:lvl3pPr>
            <a:lvl4pPr marL="1371600" indent="0">
              <a:buNone/>
              <a:defRPr sz="1500"/>
            </a:lvl4pPr>
            <a:lvl5pPr marL="1828800" indent="0">
              <a:buNone/>
              <a:defRPr sz="15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01FBAF-EDEF-AAC3-2E4D-5B2B9B7728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223" y="4554538"/>
            <a:ext cx="8165752" cy="475488"/>
          </a:xfrm>
        </p:spPr>
        <p:txBody>
          <a:bodyPr/>
          <a:lstStyle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Date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0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Dark" preserve="1" userDrawn="1">
  <p:cSld name="1_Section Break Dark">
    <p:bg>
      <p:bgPr>
        <a:solidFill>
          <a:schemeClr val="accent2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2"/>
          <p:cNvSpPr txBox="1">
            <a:spLocks noGrp="1"/>
          </p:cNvSpPr>
          <p:nvPr>
            <p:ph type="title" hasCustomPrompt="1"/>
          </p:nvPr>
        </p:nvSpPr>
        <p:spPr>
          <a:xfrm>
            <a:off x="661604" y="1435600"/>
            <a:ext cx="6371097" cy="39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6300"/>
              <a:buFont typeface="Space Grotesk Medium"/>
              <a:buNone/>
              <a:defRPr sz="6000">
                <a:solidFill>
                  <a:srgbClr val="E7ECE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Divider Slide Title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39EC1-10B9-7F16-424D-2C834B758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pic>
        <p:nvPicPr>
          <p:cNvPr id="7" name="Picture 6" descr="A black background with white squares and orange dots&#10;&#10;AI-generated content may be incorrect.">
            <a:extLst>
              <a:ext uri="{FF2B5EF4-FFF2-40B4-BE49-F238E27FC236}">
                <a16:creationId xmlns:a16="http://schemas.microsoft.com/office/drawing/2014/main" id="{24D315C8-470B-A971-DF9A-B95B9205B2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97650" y="0"/>
            <a:ext cx="5594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31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Light" preserve="1" userDrawn="1">
  <p:cSld name="1_Section Break Light">
    <p:bg>
      <p:bgPr>
        <a:solidFill>
          <a:schemeClr val="accent5"/>
        </a:solidFill>
        <a:effectLst/>
      </p:bgPr>
    </p:bg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3"/>
          <p:cNvSpPr txBox="1">
            <a:spLocks noGrp="1"/>
          </p:cNvSpPr>
          <p:nvPr>
            <p:ph type="title" hasCustomPrompt="1"/>
          </p:nvPr>
        </p:nvSpPr>
        <p:spPr>
          <a:xfrm>
            <a:off x="661605" y="1435600"/>
            <a:ext cx="6207546" cy="39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2045"/>
              </a:buClr>
              <a:buSzPts val="6300"/>
              <a:buFont typeface="Space Grotesk Medium"/>
              <a:buNone/>
              <a:defRPr sz="6000">
                <a:solidFill>
                  <a:srgbClr val="32204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Divider Slide Title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083F0-0DF5-DD72-8D38-1D5D093A40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69842"/>
            <a:ext cx="1097280" cy="216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C9A455-8731-757F-C22C-C93F423C7D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31648"/>
          <a:stretch>
            <a:fillRect/>
          </a:stretch>
        </p:blipFill>
        <p:spPr>
          <a:xfrm>
            <a:off x="6601968" y="0"/>
            <a:ext cx="5590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2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Dark" preserve="1" userDrawn="1">
  <p:cSld name="Section Break Dark Alt">
    <p:bg>
      <p:bgPr>
        <a:solidFill>
          <a:schemeClr val="accent2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B9F42-2199-F22F-B5A2-8D03C1B099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7" name="Google Shape;567;p42"/>
          <p:cNvSpPr txBox="1">
            <a:spLocks noGrp="1"/>
          </p:cNvSpPr>
          <p:nvPr>
            <p:ph type="title" hasCustomPrompt="1"/>
          </p:nvPr>
        </p:nvSpPr>
        <p:spPr>
          <a:xfrm>
            <a:off x="661605" y="1435600"/>
            <a:ext cx="4692716" cy="3817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6300"/>
              <a:buFont typeface="Space Grotesk Medium"/>
              <a:buNone/>
              <a:defRPr sz="6000">
                <a:solidFill>
                  <a:srgbClr val="E7ECE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Divider Slide Title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39EC1-10B9-7F16-424D-2C834B758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Light" preserve="1" userDrawn="1">
  <p:cSld name="Section Break Light Alt">
    <p:bg>
      <p:bgPr>
        <a:solidFill>
          <a:schemeClr val="accent5"/>
        </a:solidFill>
        <a:effectLst/>
      </p:bgPr>
    </p:bg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48DEDF0-1153-31DE-FB55-CBB84440E2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70" name="Google Shape;570;p43"/>
          <p:cNvSpPr txBox="1">
            <a:spLocks noGrp="1"/>
          </p:cNvSpPr>
          <p:nvPr>
            <p:ph type="title" hasCustomPrompt="1"/>
          </p:nvPr>
        </p:nvSpPr>
        <p:spPr>
          <a:xfrm>
            <a:off x="661605" y="1435600"/>
            <a:ext cx="4682555" cy="39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2045"/>
              </a:buClr>
              <a:buSzPts val="6300"/>
              <a:buFont typeface="Space Grotesk Medium"/>
              <a:buNone/>
              <a:defRPr sz="6000">
                <a:solidFill>
                  <a:srgbClr val="32204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Divider Slide Title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083F0-0DF5-DD72-8D38-1D5D093A40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69842"/>
            <a:ext cx="1097280" cy="21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892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Light" preserve="1" userDrawn="1">
  <p:cSld name="1_Section Break Light">
    <p:bg>
      <p:bgPr>
        <a:solidFill>
          <a:schemeClr val="accent5"/>
        </a:solidFill>
        <a:effectLst/>
      </p:bgPr>
    </p:bg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48DEDF0-1153-31DE-FB55-CBB84440E2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083F0-0DF5-DD72-8D38-1D5D093A40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69842"/>
            <a:ext cx="1097280" cy="21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36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Dark" preserve="1" userDrawn="1">
  <p:cSld name="List Dark">
    <p:bg>
      <p:bgPr>
        <a:solidFill>
          <a:schemeClr val="accent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B83F450-7F9A-ED95-DA8D-4EEC45C39814}"/>
              </a:ext>
            </a:extLst>
          </p:cNvPr>
          <p:cNvSpPr/>
          <p:nvPr userDrawn="1"/>
        </p:nvSpPr>
        <p:spPr>
          <a:xfrm>
            <a:off x="4785360" y="9332"/>
            <a:ext cx="740664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3" name="Google Shape;173;p20"/>
          <p:cNvSpPr/>
          <p:nvPr/>
        </p:nvSpPr>
        <p:spPr>
          <a:xfrm>
            <a:off x="3070860" y="6522720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 txBox="1">
            <a:spLocks noGrp="1"/>
          </p:cNvSpPr>
          <p:nvPr>
            <p:ph type="title"/>
          </p:nvPr>
        </p:nvSpPr>
        <p:spPr>
          <a:xfrm>
            <a:off x="591567" y="1113303"/>
            <a:ext cx="38364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4533">
                <a:solidFill>
                  <a:srgbClr val="D097E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80" name="Google Shape;180;p20"/>
          <p:cNvSpPr txBox="1">
            <a:spLocks noGrp="1"/>
          </p:cNvSpPr>
          <p:nvPr>
            <p:ph type="title" idx="7"/>
          </p:nvPr>
        </p:nvSpPr>
        <p:spPr>
          <a:xfrm>
            <a:off x="591567" y="3174874"/>
            <a:ext cx="3684000" cy="4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pace Grotesk"/>
              <a:buNone/>
              <a:defRPr sz="12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35D1752-82D9-D0A5-389D-BA075E295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49D65B-4755-A900-BF0E-9CA0EF2177B4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371674-001F-0A6A-FF5E-E22B58860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E454ED-673C-76E7-0167-869D93A605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19644" y="1113303"/>
            <a:ext cx="5738072" cy="19994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891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Light" preserve="1" userDrawn="1">
  <p:cSld name="List Light">
    <p:bg>
      <p:bgPr>
        <a:solidFill>
          <a:schemeClr val="accent5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058F9-14C6-6D15-1DFA-43300A61C57D}"/>
              </a:ext>
            </a:extLst>
          </p:cNvPr>
          <p:cNvSpPr/>
          <p:nvPr userDrawn="1"/>
        </p:nvSpPr>
        <p:spPr>
          <a:xfrm>
            <a:off x="0" y="0"/>
            <a:ext cx="47955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Google Shape;183;p21"/>
          <p:cNvSpPr/>
          <p:nvPr/>
        </p:nvSpPr>
        <p:spPr>
          <a:xfrm>
            <a:off x="3070860" y="6522720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627425" y="1122267"/>
            <a:ext cx="38364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2045"/>
              </a:buClr>
              <a:buSzPts val="3400"/>
              <a:buFont typeface="Space Grotesk Medium"/>
              <a:buNone/>
              <a:defRPr sz="4533">
                <a:solidFill>
                  <a:srgbClr val="32204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90" name="Google Shape;190;p21"/>
          <p:cNvSpPr txBox="1">
            <a:spLocks noGrp="1"/>
          </p:cNvSpPr>
          <p:nvPr>
            <p:ph type="title" idx="7"/>
          </p:nvPr>
        </p:nvSpPr>
        <p:spPr>
          <a:xfrm>
            <a:off x="627421" y="3183838"/>
            <a:ext cx="3246800" cy="4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2045"/>
              </a:buClr>
              <a:buSzPts val="900"/>
              <a:buFont typeface="Space Grotesk"/>
              <a:buNone/>
              <a:defRPr sz="1200">
                <a:solidFill>
                  <a:srgbClr val="32204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007102-6C2C-3E8A-417E-B049A4D9CC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69842"/>
            <a:ext cx="1097280" cy="21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B6CF41-923C-DCF2-8659-86A166BB0E1A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B14FB-B6B2-8FA4-33D1-194C029E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D5C6734-A7C1-D5FD-2F56-49BE70533D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19644" y="1122267"/>
            <a:ext cx="5738072" cy="1999488"/>
          </a:xfrm>
        </p:spPr>
        <p:txBody>
          <a:bodyPr/>
          <a:lstStyle>
            <a:lvl1pPr>
              <a:defRPr sz="2400">
                <a:solidFill>
                  <a:schemeClr val="accent2"/>
                </a:solidFill>
              </a:defRPr>
            </a:lvl1pPr>
            <a:lvl2pPr>
              <a:defRPr sz="20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4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70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Dark" preserve="1">
  <p:cSld name="Slide Master Dark">
    <p:bg>
      <p:bgPr>
        <a:solidFill>
          <a:schemeClr val="accen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070860" y="6517881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91567" y="431533"/>
            <a:ext cx="10299200" cy="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3600">
                <a:solidFill>
                  <a:srgbClr val="D097E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654169" y="1187209"/>
            <a:ext cx="102992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100"/>
              <a:buFont typeface="Space Grotesk"/>
              <a:buNone/>
              <a:defRPr sz="1800" b="1">
                <a:solidFill>
                  <a:srgbClr val="E7ECE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2218F-E23D-F8EC-5654-11A91EECC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534B7D-74FB-BABA-B3BE-79D1B26BF801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3A7A0-F6B4-A5C8-DC58-651ABF595A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61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Light" preserve="1" userDrawn="1">
  <p:cSld name="Slide Master Light">
    <p:bg>
      <p:bgPr>
        <a:solidFill>
          <a:schemeClr val="accent5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3070860" y="6522720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24F006-A037-E243-909D-3891FE24C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B67A5-B82F-DD37-024C-F00B0D34D1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69842"/>
            <a:ext cx="1097280" cy="2161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9D5D46-71A8-A853-895B-4D898B663865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6F4563-9254-A9A2-6D74-C1C80429AB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360" y="429768"/>
            <a:ext cx="10296144" cy="804672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78FF47F-FACE-91B6-3FDD-0A851DDF7D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8368" y="1188720"/>
            <a:ext cx="10296144" cy="4754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2253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Dark" preserve="1" userDrawn="1">
  <p:cSld name="1_Slide Master Dark">
    <p:bg>
      <p:bgPr>
        <a:solidFill>
          <a:schemeClr val="accen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070860" y="6517881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91567" y="431533"/>
            <a:ext cx="10299200" cy="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3600">
                <a:solidFill>
                  <a:srgbClr val="D097E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2218F-E23D-F8EC-5654-11A91EECC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534B7D-74FB-BABA-B3BE-79D1B26BF801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3A7A0-F6B4-A5C8-DC58-651ABF595A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206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Dark" preserve="1" userDrawn="1">
  <p:cSld name="1_Slide Master Dark">
    <p:bg>
      <p:bgPr>
        <a:solidFill>
          <a:schemeClr val="accen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070860" y="6517881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2218F-E23D-F8EC-5654-11A91EECC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534B7D-74FB-BABA-B3BE-79D1B26BF801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3A7A0-F6B4-A5C8-DC58-651ABF595A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47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Light" preserve="1" userDrawn="1">
  <p:cSld name="1_Slide Master Light">
    <p:bg>
      <p:bgPr>
        <a:solidFill>
          <a:schemeClr val="accent5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3070860" y="6522720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24F006-A037-E243-909D-3891FE24C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B67A5-B82F-DD37-024C-F00B0D34D1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69842"/>
            <a:ext cx="1097280" cy="2161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9D5D46-71A8-A853-895B-4D898B663865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6F4563-9254-A9A2-6D74-C1C80429AB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360" y="429768"/>
            <a:ext cx="10296144" cy="804672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3431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Dark" preserve="1" userDrawn="1">
  <p:cSld name="Multi Content Dark">
    <p:bg>
      <p:bgPr>
        <a:solidFill>
          <a:schemeClr val="accen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070860" y="6517881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91567" y="431533"/>
            <a:ext cx="10299200" cy="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3600">
                <a:solidFill>
                  <a:srgbClr val="D097E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2218F-E23D-F8EC-5654-11A91EECC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534B7D-74FB-BABA-B3BE-79D1B26BF801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3A7A0-F6B4-A5C8-DC58-651ABF595A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693632-5813-BFF5-57AD-52E763267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1566" y="1640969"/>
            <a:ext cx="10905216" cy="4049871"/>
          </a:xfrm>
        </p:spPr>
        <p:txBody>
          <a:bodyPr/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3300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Light" preserve="1" userDrawn="1">
  <p:cSld name="Multi Content Light">
    <p:bg>
      <p:bgPr>
        <a:solidFill>
          <a:schemeClr val="accent5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3070860" y="6522720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24F006-A037-E243-909D-3891FE24C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B67A5-B82F-DD37-024C-F00B0D34D1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69842"/>
            <a:ext cx="1097280" cy="2161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9D5D46-71A8-A853-895B-4D898B663865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B77E38C-E163-217C-0499-E59CCE682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1566" y="1640969"/>
            <a:ext cx="10905216" cy="4049871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6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C4CBBE-57F0-B9A9-4CB2-8EEE64AC37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4623" y="429768"/>
            <a:ext cx="10296144" cy="804672"/>
          </a:xfr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8396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Dark" preserve="1" userDrawn="1">
  <p:cSld name="Multi Content with Subtitle Dark">
    <p:bg>
      <p:bgPr>
        <a:solidFill>
          <a:schemeClr val="accen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070860" y="6517881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91567" y="431533"/>
            <a:ext cx="10299200" cy="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3600">
                <a:solidFill>
                  <a:srgbClr val="D097E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 hasCustomPrompt="1"/>
          </p:nvPr>
        </p:nvSpPr>
        <p:spPr>
          <a:xfrm>
            <a:off x="654169" y="1187209"/>
            <a:ext cx="10236596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100"/>
              <a:buFont typeface="Space Grotesk"/>
              <a:buNone/>
              <a:defRPr sz="1800" b="1">
                <a:solidFill>
                  <a:srgbClr val="E7ECE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Subtitle</a:t>
            </a:r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2218F-E23D-F8EC-5654-11A91EECC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534B7D-74FB-BABA-B3BE-79D1B26BF801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3A7A0-F6B4-A5C8-DC58-651ABF595A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3B0FF5-B401-D5D0-61E4-49D23B5DB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1566" y="1964719"/>
            <a:ext cx="10905216" cy="4049871"/>
          </a:xfrm>
        </p:spPr>
        <p:txBody>
          <a:bodyPr/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709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Light" preserve="1" userDrawn="1">
  <p:cSld name="Multi Content with Subtitle Light">
    <p:bg>
      <p:bgPr>
        <a:solidFill>
          <a:schemeClr val="accent5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3070860" y="6522720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24F006-A037-E243-909D-3891FE24C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B67A5-B82F-DD37-024C-F00B0D34D1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69842"/>
            <a:ext cx="1097280" cy="2161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9D5D46-71A8-A853-895B-4D898B663865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341400-251F-60BF-426F-DF908654A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1566" y="1964719"/>
            <a:ext cx="10905216" cy="4049871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6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FE7485D-004A-00E8-0D8B-E9D397E4DA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4360" y="429768"/>
            <a:ext cx="10296144" cy="804672"/>
          </a:xfr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13B40B-DCB7-6E9A-D8B1-1069D1ACCC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368" y="1188720"/>
            <a:ext cx="10296144" cy="47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07523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Dark" preserve="1" userDrawn="1">
  <p:cSld name="2 Content Layout Dark">
    <p:bg>
      <p:bgPr>
        <a:solidFill>
          <a:schemeClr val="accen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070860" y="6517881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91567" y="431533"/>
            <a:ext cx="10299200" cy="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3600">
                <a:solidFill>
                  <a:srgbClr val="D097E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 hasCustomPrompt="1"/>
          </p:nvPr>
        </p:nvSpPr>
        <p:spPr>
          <a:xfrm>
            <a:off x="654169" y="1187209"/>
            <a:ext cx="102992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100"/>
              <a:buFont typeface="Space Grotesk"/>
              <a:buNone/>
              <a:defRPr sz="1800" b="1">
                <a:solidFill>
                  <a:srgbClr val="E7ECE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Subtitle</a:t>
            </a:r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2218F-E23D-F8EC-5654-11A91EECC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534B7D-74FB-BABA-B3BE-79D1B26BF801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3A7A0-F6B4-A5C8-DC58-651ABF595A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8194586-5CB0-E5CB-E5EB-55B2C72A7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2037934"/>
            <a:ext cx="5654040" cy="4049871"/>
          </a:xfrm>
        </p:spPr>
        <p:txBody>
          <a:bodyPr/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B680A16-149C-5F54-BC4B-55DB1F1C397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72200" y="2037934"/>
            <a:ext cx="5654040" cy="4049871"/>
          </a:xfrm>
        </p:spPr>
        <p:txBody>
          <a:bodyPr/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610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Dark" preserve="1" userDrawn="1">
  <p:cSld name="2 Content Layout Light">
    <p:bg>
      <p:bgPr>
        <a:solidFill>
          <a:schemeClr val="accent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070860" y="6517881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chemeClr val="accent2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91567" y="431533"/>
            <a:ext cx="10299200" cy="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3600">
                <a:solidFill>
                  <a:schemeClr val="bg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 hasCustomPrompt="1"/>
          </p:nvPr>
        </p:nvSpPr>
        <p:spPr>
          <a:xfrm>
            <a:off x="654169" y="1187209"/>
            <a:ext cx="102992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100"/>
              <a:buFont typeface="Space Grotesk"/>
              <a:buNone/>
              <a:defRPr sz="1800" b="1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Subtitle</a:t>
            </a:r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2218F-E23D-F8EC-5654-11A91EECC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8194586-5CB0-E5CB-E5EB-55B2C72A7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2037934"/>
            <a:ext cx="5654040" cy="4049871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6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B680A16-149C-5F54-BC4B-55DB1F1C397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72200" y="2037934"/>
            <a:ext cx="5654040" cy="4049871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6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12F66-7681-8D0E-1CC1-0462DBC0FD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82264"/>
            <a:ext cx="1097280" cy="2161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7E8528-E58E-B3C1-CC65-184F1F0B20C4}"/>
              </a:ext>
            </a:extLst>
          </p:cNvPr>
          <p:cNvSpPr/>
          <p:nvPr userDrawn="1"/>
        </p:nvSpPr>
        <p:spPr>
          <a:xfrm>
            <a:off x="0" y="6805078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142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Dark" preserve="1" userDrawn="1">
  <p:cSld name="2 Content Layout with Headlines Dark">
    <p:bg>
      <p:bgPr>
        <a:solidFill>
          <a:schemeClr val="accen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8036560" y="6517881"/>
            <a:ext cx="3393500" cy="19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91567" y="431533"/>
            <a:ext cx="10299200" cy="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3600">
                <a:solidFill>
                  <a:srgbClr val="D097E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 hasCustomPrompt="1"/>
          </p:nvPr>
        </p:nvSpPr>
        <p:spPr>
          <a:xfrm>
            <a:off x="654169" y="1187209"/>
            <a:ext cx="102992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100"/>
              <a:buFont typeface="Space Grotesk"/>
              <a:buNone/>
              <a:defRPr sz="1800" b="1">
                <a:solidFill>
                  <a:srgbClr val="E7ECE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Subtitle</a:t>
            </a:r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2218F-E23D-F8EC-5654-11A91EECC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534B7D-74FB-BABA-B3BE-79D1B26BF801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E3A7A0-F6B4-A5C8-DC58-651ABF595A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8194586-5CB0-E5CB-E5EB-55B2C72A7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2454948"/>
            <a:ext cx="5654040" cy="3632857"/>
          </a:xfrm>
        </p:spPr>
        <p:txBody>
          <a:bodyPr/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B680A16-149C-5F54-BC4B-55DB1F1C397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72200" y="2454948"/>
            <a:ext cx="5654040" cy="3632857"/>
          </a:xfrm>
        </p:spPr>
        <p:txBody>
          <a:bodyPr/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60129D0-55AF-0D8F-83EF-36AC0E6B17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125" y="2095285"/>
            <a:ext cx="5654675" cy="358990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DE6D024-0FC1-4DC6-C0B5-748D3F72F3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1088" y="2095285"/>
            <a:ext cx="5654675" cy="358990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41222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Dark" preserve="1" userDrawn="1">
  <p:cSld name="2 Cotent Layout with Headlines Light">
    <p:bg>
      <p:bgPr>
        <a:solidFill>
          <a:schemeClr val="accent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91567" y="431533"/>
            <a:ext cx="10299200" cy="8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3600">
                <a:solidFill>
                  <a:schemeClr val="bg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 hasCustomPrompt="1"/>
          </p:nvPr>
        </p:nvSpPr>
        <p:spPr>
          <a:xfrm>
            <a:off x="654169" y="1187209"/>
            <a:ext cx="102992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100"/>
              <a:buFont typeface="Space Grotesk"/>
              <a:buNone/>
              <a:defRPr sz="1800" b="1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Subtitle</a:t>
            </a:r>
            <a:endParaRPr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8194586-5CB0-E5CB-E5EB-55B2C72A7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2454948"/>
            <a:ext cx="5654040" cy="3632857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6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B680A16-149C-5F54-BC4B-55DB1F1C397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72200" y="2454948"/>
            <a:ext cx="5654040" cy="3632857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6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60129D0-55AF-0D8F-83EF-36AC0E6B17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5125" y="2095285"/>
            <a:ext cx="5654675" cy="35899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DE6D024-0FC1-4DC6-C0B5-748D3F72F3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1088" y="2095285"/>
            <a:ext cx="5654675" cy="358990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Google Shape;60;p15">
            <a:extLst>
              <a:ext uri="{FF2B5EF4-FFF2-40B4-BE49-F238E27FC236}">
                <a16:creationId xmlns:a16="http://schemas.microsoft.com/office/drawing/2014/main" id="{36CDD286-DC22-ECEC-4114-7BCCA38E65BB}"/>
              </a:ext>
            </a:extLst>
          </p:cNvPr>
          <p:cNvSpPr/>
          <p:nvPr userDrawn="1"/>
        </p:nvSpPr>
        <p:spPr>
          <a:xfrm>
            <a:off x="3070860" y="6524056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F2ECF-62AD-8CD2-8592-FBD8F7765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4456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464206-1214-05D7-CDF0-E10271E160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71178"/>
            <a:ext cx="1097280" cy="21613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76E9B09-E11B-340C-5156-588786EFC16A}"/>
              </a:ext>
            </a:extLst>
          </p:cNvPr>
          <p:cNvSpPr/>
          <p:nvPr userDrawn="1"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656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Dark" preserve="1" userDrawn="1">
  <p:cSld name="Agenda Dark - Simple">
    <p:bg>
      <p:bgPr>
        <a:solidFill>
          <a:schemeClr val="accent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3070860" y="6522720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35D1752-82D9-D0A5-389D-BA075E295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49D65B-4755-A900-BF0E-9CA0EF2177B4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371674-001F-0A6A-FF5E-E22B588608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953CE-2F50-AE62-4866-84230FE959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4360" y="1356921"/>
            <a:ext cx="4500880" cy="474959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358A000-5B6A-3C58-5579-C46C39DF0B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4360" y="429768"/>
            <a:ext cx="10296144" cy="80467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4"/>
                </a:solidFill>
              </a:defRPr>
            </a:lvl1pPr>
            <a:lvl2pPr marL="457200" indent="0">
              <a:buNone/>
              <a:defRPr sz="3600">
                <a:solidFill>
                  <a:schemeClr val="accent4"/>
                </a:solidFill>
              </a:defRPr>
            </a:lvl2pPr>
            <a:lvl3pPr marL="914400" indent="0">
              <a:buNone/>
              <a:defRPr sz="3600">
                <a:solidFill>
                  <a:schemeClr val="accent4"/>
                </a:solidFill>
              </a:defRPr>
            </a:lvl3pPr>
            <a:lvl4pPr marL="1371600" indent="0">
              <a:buNone/>
              <a:defRPr sz="3600">
                <a:solidFill>
                  <a:schemeClr val="accent4"/>
                </a:solidFill>
              </a:defRPr>
            </a:lvl4pPr>
            <a:lvl5pPr marL="1828800" indent="0">
              <a:buNone/>
              <a:defRPr sz="36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3453-A0F8-A2F4-4993-CE6518884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44352" y="1371601"/>
            <a:ext cx="6252429" cy="4769223"/>
          </a:xfrm>
        </p:spPr>
        <p:txBody>
          <a:bodyPr/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10631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Light" preserve="1" userDrawn="1">
  <p:cSld name="Agenda Light - Simple">
    <p:bg>
      <p:bgPr>
        <a:solidFill>
          <a:schemeClr val="accent5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/>
          <p:nvPr/>
        </p:nvSpPr>
        <p:spPr>
          <a:xfrm>
            <a:off x="3070860" y="6522720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007102-6C2C-3E8A-417E-B049A4D9CC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69842"/>
            <a:ext cx="1097280" cy="21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B6CF41-923C-DCF2-8659-86A166BB0E1A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A41D61C1-0516-A8D6-1F0A-873C3903A1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4360" y="1356921"/>
            <a:ext cx="4500880" cy="407107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B9DEAC4-2D89-A077-B4CC-E6EA9AA549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4E0C85-7276-BA9D-303E-B717FF0F06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4360" y="429768"/>
            <a:ext cx="10296144" cy="804672"/>
          </a:xfr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F52C94-E2B6-05E7-DD3C-965CC37E7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44352" y="1371601"/>
            <a:ext cx="6252429" cy="4087905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6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87661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Light" preserve="1" userDrawn="1">
  <p:cSld name="Image Left Light option 2">
    <p:bg>
      <p:bgPr>
        <a:solidFill>
          <a:schemeClr val="accent5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"/>
          <p:cNvSpPr/>
          <p:nvPr/>
        </p:nvSpPr>
        <p:spPr>
          <a:xfrm>
            <a:off x="3070860" y="6522720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9"/>
          <p:cNvSpPr>
            <a:spLocks noGrp="1"/>
          </p:cNvSpPr>
          <p:nvPr>
            <p:ph type="pic" idx="2"/>
          </p:nvPr>
        </p:nvSpPr>
        <p:spPr>
          <a:xfrm>
            <a:off x="0" y="1786433"/>
            <a:ext cx="4792000" cy="426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7F80E02-A783-E4F6-8128-23E5470C2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3CA482-5A8D-7D77-4DD5-58B227F1E9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69842"/>
            <a:ext cx="1097280" cy="2161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BEBF24-3E5B-9F40-BE66-808B0E9B04F2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oogle Shape;522;p38">
            <a:extLst>
              <a:ext uri="{FF2B5EF4-FFF2-40B4-BE49-F238E27FC236}">
                <a16:creationId xmlns:a16="http://schemas.microsoft.com/office/drawing/2014/main" id="{E763AF4B-B2CF-38A7-0ED0-A4215390B735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5358801" y="1786433"/>
            <a:ext cx="51964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500"/>
              <a:buFont typeface="Space Grotesk Medium"/>
              <a:buNone/>
              <a:defRPr sz="2000">
                <a:solidFill>
                  <a:schemeClr val="accen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530C8C6-2C6D-B986-DF16-230108D642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58801" y="2584298"/>
            <a:ext cx="6071257" cy="1202341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1A1CA94-E29B-EF3E-1D1F-73114307DBD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4360" y="429768"/>
            <a:ext cx="10296144" cy="804672"/>
          </a:xfr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8FE30A5-E3AF-D661-E6AA-2589A27D5F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8368" y="1188720"/>
            <a:ext cx="10296144" cy="47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9783555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Dark" preserve="1" userDrawn="1">
  <p:cSld name="Image Right Dark">
    <p:bg>
      <p:bgPr>
        <a:solidFill>
          <a:schemeClr val="accent2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/>
          <p:cNvSpPr>
            <a:spLocks noGrp="1"/>
          </p:cNvSpPr>
          <p:nvPr>
            <p:ph type="pic" idx="2"/>
          </p:nvPr>
        </p:nvSpPr>
        <p:spPr>
          <a:xfrm>
            <a:off x="7399867" y="0"/>
            <a:ext cx="4792000" cy="685666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37" name="Google Shape;437;p32"/>
          <p:cNvSpPr txBox="1">
            <a:spLocks noGrp="1"/>
          </p:cNvSpPr>
          <p:nvPr>
            <p:ph type="title"/>
          </p:nvPr>
        </p:nvSpPr>
        <p:spPr>
          <a:xfrm>
            <a:off x="591566" y="428953"/>
            <a:ext cx="6449314" cy="105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3600">
                <a:solidFill>
                  <a:srgbClr val="D097E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39" name="Google Shape;439;p32"/>
          <p:cNvSpPr txBox="1">
            <a:spLocks noGrp="1"/>
          </p:cNvSpPr>
          <p:nvPr>
            <p:ph type="body" idx="1"/>
          </p:nvPr>
        </p:nvSpPr>
        <p:spPr>
          <a:xfrm>
            <a:off x="387251" y="2761671"/>
            <a:ext cx="6293600" cy="30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0128" lvl="0" indent="0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None/>
              <a:defRPr sz="1333">
                <a:solidFill>
                  <a:srgbClr val="E7ECE4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Char char="○"/>
              <a:defRPr sz="1333">
                <a:solidFill>
                  <a:srgbClr val="E7ECE4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0" name="Google Shape;440;p32"/>
          <p:cNvSpPr txBox="1">
            <a:spLocks noGrp="1"/>
          </p:cNvSpPr>
          <p:nvPr>
            <p:ph type="title" idx="4"/>
          </p:nvPr>
        </p:nvSpPr>
        <p:spPr>
          <a:xfrm>
            <a:off x="595485" y="2184904"/>
            <a:ext cx="51964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500"/>
              <a:buFont typeface="Space Grotesk Medium"/>
              <a:buNone/>
              <a:defRPr sz="2000">
                <a:solidFill>
                  <a:srgbClr val="E7ECE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EC1E72-0A92-79E6-A018-8BFCD43B1EDD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DA1414-7015-49AF-2FB7-2EF38B50FD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sp>
        <p:nvSpPr>
          <p:cNvPr id="6" name="Google Shape;55;p14">
            <a:extLst>
              <a:ext uri="{FF2B5EF4-FFF2-40B4-BE49-F238E27FC236}">
                <a16:creationId xmlns:a16="http://schemas.microsoft.com/office/drawing/2014/main" id="{DBC55DAD-DAE2-A080-3BBC-874A7B519E54}"/>
              </a:ext>
            </a:extLst>
          </p:cNvPr>
          <p:cNvSpPr/>
          <p:nvPr userDrawn="1"/>
        </p:nvSpPr>
        <p:spPr>
          <a:xfrm>
            <a:off x="8036560" y="6517881"/>
            <a:ext cx="3393500" cy="19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140AE8-CD3A-C706-7D66-F69D1AC38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8022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Light" preserve="1" userDrawn="1">
  <p:cSld name="Image Right Light">
    <p:bg>
      <p:bgPr>
        <a:solidFill>
          <a:schemeClr val="accent5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3"/>
          <p:cNvSpPr>
            <a:spLocks noGrp="1"/>
          </p:cNvSpPr>
          <p:nvPr>
            <p:ph type="pic" idx="2"/>
          </p:nvPr>
        </p:nvSpPr>
        <p:spPr>
          <a:xfrm>
            <a:off x="7399867" y="0"/>
            <a:ext cx="47920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45" name="Google Shape;445;p33"/>
          <p:cNvSpPr/>
          <p:nvPr/>
        </p:nvSpPr>
        <p:spPr>
          <a:xfrm>
            <a:off x="8801100" y="6546295"/>
            <a:ext cx="3086000" cy="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 Light"/>
              <a:buNone/>
            </a:pPr>
            <a:r>
              <a:rPr lang="en" sz="1067" b="0" i="0" u="none" strike="noStrike" cap="none">
                <a:solidFill>
                  <a:srgbClr val="FFFFFF"/>
                </a:solidFill>
                <a:latin typeface="DM Sans 14pt Light"/>
                <a:ea typeface="DM Sans 14pt Light"/>
                <a:cs typeface="DM Sans 14pt Light"/>
                <a:sym typeface="DM Sans Light"/>
              </a:rPr>
              <a:t>05.</a:t>
            </a:r>
            <a:endParaRPr sz="10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3"/>
          <p:cNvSpPr txBox="1">
            <a:spLocks noGrp="1"/>
          </p:cNvSpPr>
          <p:nvPr>
            <p:ph type="title"/>
          </p:nvPr>
        </p:nvSpPr>
        <p:spPr>
          <a:xfrm>
            <a:off x="591567" y="431533"/>
            <a:ext cx="6312800" cy="111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6E4E"/>
              </a:buClr>
              <a:buSzPts val="3400"/>
              <a:buFont typeface="Space Grotesk Medium"/>
              <a:buNone/>
              <a:defRPr sz="3600">
                <a:solidFill>
                  <a:srgbClr val="FE6E4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50" name="Google Shape;450;p33"/>
          <p:cNvSpPr txBox="1">
            <a:spLocks noGrp="1"/>
          </p:cNvSpPr>
          <p:nvPr>
            <p:ph type="title" idx="4"/>
          </p:nvPr>
        </p:nvSpPr>
        <p:spPr>
          <a:xfrm>
            <a:off x="594360" y="2185416"/>
            <a:ext cx="51964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2045"/>
              </a:buClr>
              <a:buSzPts val="1500"/>
              <a:buFont typeface="Space Grotesk Medium"/>
              <a:buNone/>
              <a:defRPr sz="2000">
                <a:solidFill>
                  <a:srgbClr val="32204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Google Shape;60;p15">
            <a:extLst>
              <a:ext uri="{FF2B5EF4-FFF2-40B4-BE49-F238E27FC236}">
                <a16:creationId xmlns:a16="http://schemas.microsoft.com/office/drawing/2014/main" id="{91E9CA74-212A-0AB8-5008-E3AB2641E76C}"/>
              </a:ext>
            </a:extLst>
          </p:cNvPr>
          <p:cNvSpPr/>
          <p:nvPr userDrawn="1"/>
        </p:nvSpPr>
        <p:spPr>
          <a:xfrm>
            <a:off x="3070860" y="6524056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A8B2046-F162-3D46-2CA6-3167F619F6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4456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B2BBF-4DD1-604F-BF95-8E5E799F92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71178"/>
            <a:ext cx="1097280" cy="2161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2AF727-AE72-DC0D-E1B4-35063D3D11B4}"/>
              </a:ext>
            </a:extLst>
          </p:cNvPr>
          <p:cNvSpPr/>
          <p:nvPr userDrawn="1"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439;p32">
            <a:extLst>
              <a:ext uri="{FF2B5EF4-FFF2-40B4-BE49-F238E27FC236}">
                <a16:creationId xmlns:a16="http://schemas.microsoft.com/office/drawing/2014/main" id="{B0AB9F6D-610F-AA84-6B91-BB07C0BAB595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387251" y="2761671"/>
            <a:ext cx="6293600" cy="30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0128" lvl="0" indent="0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None/>
              <a:defRPr sz="1333">
                <a:solidFill>
                  <a:schemeClr val="accent2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Char char="○"/>
              <a:defRPr sz="1333">
                <a:solidFill>
                  <a:srgbClr val="E7ECE4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65377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Dark" preserve="1" userDrawn="1">
  <p:cSld name="Wide Image Right Dark">
    <p:bg>
      <p:bgPr>
        <a:solidFill>
          <a:schemeClr val="accent2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/>
          <p:cNvSpPr>
            <a:spLocks noGrp="1"/>
          </p:cNvSpPr>
          <p:nvPr>
            <p:ph type="pic" idx="2"/>
          </p:nvPr>
        </p:nvSpPr>
        <p:spPr>
          <a:xfrm>
            <a:off x="5963920" y="419608"/>
            <a:ext cx="6227947" cy="586943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37" name="Google Shape;437;p32"/>
          <p:cNvSpPr txBox="1">
            <a:spLocks noGrp="1"/>
          </p:cNvSpPr>
          <p:nvPr>
            <p:ph type="title"/>
          </p:nvPr>
        </p:nvSpPr>
        <p:spPr>
          <a:xfrm>
            <a:off x="591566" y="428953"/>
            <a:ext cx="5196400" cy="105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3600">
                <a:solidFill>
                  <a:srgbClr val="D097E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39" name="Google Shape;439;p32"/>
          <p:cNvSpPr txBox="1">
            <a:spLocks noGrp="1"/>
          </p:cNvSpPr>
          <p:nvPr>
            <p:ph type="body" idx="1"/>
          </p:nvPr>
        </p:nvSpPr>
        <p:spPr>
          <a:xfrm>
            <a:off x="387251" y="2761671"/>
            <a:ext cx="5400715" cy="30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0128" lvl="0" indent="0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None/>
              <a:defRPr sz="1333">
                <a:solidFill>
                  <a:srgbClr val="E7ECE4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Char char="○"/>
              <a:defRPr sz="1333">
                <a:solidFill>
                  <a:srgbClr val="E7ECE4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0" name="Google Shape;440;p32"/>
          <p:cNvSpPr txBox="1">
            <a:spLocks noGrp="1"/>
          </p:cNvSpPr>
          <p:nvPr>
            <p:ph type="title" idx="4"/>
          </p:nvPr>
        </p:nvSpPr>
        <p:spPr>
          <a:xfrm>
            <a:off x="595485" y="2184904"/>
            <a:ext cx="51964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500"/>
              <a:buFont typeface="Space Grotesk Medium"/>
              <a:buNone/>
              <a:defRPr sz="2000">
                <a:solidFill>
                  <a:srgbClr val="E7ECE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EC1E72-0A92-79E6-A018-8BFCD43B1EDD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DA1414-7015-49AF-2FB7-2EF38B50FD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sp>
        <p:nvSpPr>
          <p:cNvPr id="6" name="Google Shape;55;p14">
            <a:extLst>
              <a:ext uri="{FF2B5EF4-FFF2-40B4-BE49-F238E27FC236}">
                <a16:creationId xmlns:a16="http://schemas.microsoft.com/office/drawing/2014/main" id="{DBC55DAD-DAE2-A080-3BBC-874A7B519E54}"/>
              </a:ext>
            </a:extLst>
          </p:cNvPr>
          <p:cNvSpPr/>
          <p:nvPr userDrawn="1"/>
        </p:nvSpPr>
        <p:spPr>
          <a:xfrm>
            <a:off x="8036560" y="6517881"/>
            <a:ext cx="3393500" cy="19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140AE8-CD3A-C706-7D66-F69D1AC38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9251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Light" preserve="1" userDrawn="1">
  <p:cSld name="Wide Image Right Light">
    <p:bg>
      <p:bgPr>
        <a:solidFill>
          <a:schemeClr val="accent5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3"/>
          <p:cNvSpPr/>
          <p:nvPr/>
        </p:nvSpPr>
        <p:spPr>
          <a:xfrm>
            <a:off x="8801100" y="6546295"/>
            <a:ext cx="3086000" cy="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 Light"/>
              <a:buNone/>
            </a:pPr>
            <a:r>
              <a:rPr lang="en" sz="1067" b="0" i="0" u="none" strike="noStrike" cap="none">
                <a:solidFill>
                  <a:srgbClr val="FFFFFF"/>
                </a:solidFill>
                <a:latin typeface="DM Sans 14pt Light"/>
                <a:ea typeface="DM Sans 14pt Light"/>
                <a:cs typeface="DM Sans 14pt Light"/>
                <a:sym typeface="DM Sans Light"/>
              </a:rPr>
              <a:t>05.</a:t>
            </a:r>
            <a:endParaRPr sz="10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3"/>
          <p:cNvSpPr txBox="1">
            <a:spLocks noGrp="1"/>
          </p:cNvSpPr>
          <p:nvPr>
            <p:ph type="title"/>
          </p:nvPr>
        </p:nvSpPr>
        <p:spPr>
          <a:xfrm>
            <a:off x="591567" y="431533"/>
            <a:ext cx="5193792" cy="99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6E4E"/>
              </a:buClr>
              <a:buSzPts val="3400"/>
              <a:buFont typeface="Space Grotesk Medium"/>
              <a:buNone/>
              <a:defRPr sz="3600">
                <a:solidFill>
                  <a:srgbClr val="FE6E4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50" name="Google Shape;450;p33"/>
          <p:cNvSpPr txBox="1">
            <a:spLocks noGrp="1"/>
          </p:cNvSpPr>
          <p:nvPr>
            <p:ph type="title" idx="4"/>
          </p:nvPr>
        </p:nvSpPr>
        <p:spPr>
          <a:xfrm>
            <a:off x="594360" y="2185416"/>
            <a:ext cx="51964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2045"/>
              </a:buClr>
              <a:buSzPts val="1500"/>
              <a:buFont typeface="Space Grotesk Medium"/>
              <a:buNone/>
              <a:defRPr sz="2000">
                <a:solidFill>
                  <a:srgbClr val="32204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Google Shape;60;p15">
            <a:extLst>
              <a:ext uri="{FF2B5EF4-FFF2-40B4-BE49-F238E27FC236}">
                <a16:creationId xmlns:a16="http://schemas.microsoft.com/office/drawing/2014/main" id="{91E9CA74-212A-0AB8-5008-E3AB2641E76C}"/>
              </a:ext>
            </a:extLst>
          </p:cNvPr>
          <p:cNvSpPr/>
          <p:nvPr userDrawn="1"/>
        </p:nvSpPr>
        <p:spPr>
          <a:xfrm>
            <a:off x="3070860" y="6524056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A8B2046-F162-3D46-2CA6-3167F619F6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4456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B2BBF-4DD1-604F-BF95-8E5E799F92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71178"/>
            <a:ext cx="1097280" cy="2161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2AF727-AE72-DC0D-E1B4-35063D3D11B4}"/>
              </a:ext>
            </a:extLst>
          </p:cNvPr>
          <p:cNvSpPr/>
          <p:nvPr userDrawn="1"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439;p32">
            <a:extLst>
              <a:ext uri="{FF2B5EF4-FFF2-40B4-BE49-F238E27FC236}">
                <a16:creationId xmlns:a16="http://schemas.microsoft.com/office/drawing/2014/main" id="{B0AB9F6D-610F-AA84-6B91-BB07C0BAB595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387251" y="2761671"/>
            <a:ext cx="5398108" cy="30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0128" lvl="0" indent="0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None/>
              <a:defRPr sz="1333">
                <a:solidFill>
                  <a:schemeClr val="accent2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Char char="○"/>
              <a:defRPr sz="1333">
                <a:solidFill>
                  <a:srgbClr val="E7ECE4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Google Shape;434;p32">
            <a:extLst>
              <a:ext uri="{FF2B5EF4-FFF2-40B4-BE49-F238E27FC236}">
                <a16:creationId xmlns:a16="http://schemas.microsoft.com/office/drawing/2014/main" id="{BBA4D7CB-8E4D-667B-0773-7E9695B0F4F7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963920" y="419608"/>
            <a:ext cx="6227947" cy="586943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262215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Dark" preserve="1" userDrawn="1">
  <p:cSld name="Multi Content Right Dark">
    <p:bg>
      <p:bgPr>
        <a:solidFill>
          <a:schemeClr val="accent2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2"/>
          <p:cNvSpPr txBox="1">
            <a:spLocks noGrp="1"/>
          </p:cNvSpPr>
          <p:nvPr>
            <p:ph type="title"/>
          </p:nvPr>
        </p:nvSpPr>
        <p:spPr>
          <a:xfrm>
            <a:off x="591566" y="428953"/>
            <a:ext cx="5196400" cy="105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097E7"/>
              </a:buClr>
              <a:buSzPts val="3400"/>
              <a:buFont typeface="Space Grotesk Medium"/>
              <a:buNone/>
              <a:defRPr sz="3600">
                <a:solidFill>
                  <a:srgbClr val="D097E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39" name="Google Shape;439;p32"/>
          <p:cNvSpPr txBox="1">
            <a:spLocks noGrp="1"/>
          </p:cNvSpPr>
          <p:nvPr>
            <p:ph type="body" idx="1"/>
          </p:nvPr>
        </p:nvSpPr>
        <p:spPr>
          <a:xfrm>
            <a:off x="387251" y="2761671"/>
            <a:ext cx="5400715" cy="30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0128" lvl="0" indent="0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None/>
              <a:defRPr sz="1333">
                <a:solidFill>
                  <a:srgbClr val="E7ECE4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Char char="○"/>
              <a:defRPr sz="1333">
                <a:solidFill>
                  <a:srgbClr val="E7ECE4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0" name="Google Shape;440;p32"/>
          <p:cNvSpPr txBox="1">
            <a:spLocks noGrp="1"/>
          </p:cNvSpPr>
          <p:nvPr>
            <p:ph type="title" idx="4"/>
          </p:nvPr>
        </p:nvSpPr>
        <p:spPr>
          <a:xfrm>
            <a:off x="595485" y="2184904"/>
            <a:ext cx="51964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500"/>
              <a:buFont typeface="Space Grotesk Medium"/>
              <a:buNone/>
              <a:defRPr sz="2000">
                <a:solidFill>
                  <a:srgbClr val="E7ECE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EC1E72-0A92-79E6-A018-8BFCD43B1EDD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DA1414-7015-49AF-2FB7-2EF38B50FD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sp>
        <p:nvSpPr>
          <p:cNvPr id="6" name="Google Shape;55;p14">
            <a:extLst>
              <a:ext uri="{FF2B5EF4-FFF2-40B4-BE49-F238E27FC236}">
                <a16:creationId xmlns:a16="http://schemas.microsoft.com/office/drawing/2014/main" id="{DBC55DAD-DAE2-A080-3BBC-874A7B519E54}"/>
              </a:ext>
            </a:extLst>
          </p:cNvPr>
          <p:cNvSpPr/>
          <p:nvPr userDrawn="1"/>
        </p:nvSpPr>
        <p:spPr>
          <a:xfrm>
            <a:off x="8036560" y="6517881"/>
            <a:ext cx="3393500" cy="19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4140AE8-CD3A-C706-7D66-F69D1AC38B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2CA117D-AA92-3F96-1AA2-98DEC0624FA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53125" y="428625"/>
            <a:ext cx="6076950" cy="5341446"/>
          </a:xfrm>
        </p:spPr>
        <p:txBody>
          <a:bodyPr/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1614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Right Light" preserve="1" userDrawn="1">
  <p:cSld name="Multi Content Right Light">
    <p:bg>
      <p:bgPr>
        <a:solidFill>
          <a:schemeClr val="accent5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3"/>
          <p:cNvSpPr/>
          <p:nvPr/>
        </p:nvSpPr>
        <p:spPr>
          <a:xfrm>
            <a:off x="8801100" y="6546295"/>
            <a:ext cx="3086000" cy="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M Sans Light"/>
              <a:buNone/>
            </a:pPr>
            <a:r>
              <a:rPr lang="en" sz="1067" b="0" i="0" u="none" strike="noStrike" cap="none">
                <a:solidFill>
                  <a:srgbClr val="FFFFFF"/>
                </a:solidFill>
                <a:latin typeface="DM Sans 14pt Light"/>
                <a:ea typeface="DM Sans 14pt Light"/>
                <a:cs typeface="DM Sans 14pt Light"/>
                <a:sym typeface="DM Sans Light"/>
              </a:rPr>
              <a:t>05.</a:t>
            </a:r>
            <a:endParaRPr sz="106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3"/>
          <p:cNvSpPr txBox="1">
            <a:spLocks noGrp="1"/>
          </p:cNvSpPr>
          <p:nvPr>
            <p:ph type="title"/>
          </p:nvPr>
        </p:nvSpPr>
        <p:spPr>
          <a:xfrm>
            <a:off x="591567" y="431533"/>
            <a:ext cx="5193792" cy="999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6E4E"/>
              </a:buClr>
              <a:buSzPts val="3400"/>
              <a:buFont typeface="Space Grotesk Medium"/>
              <a:buNone/>
              <a:defRPr sz="3600">
                <a:solidFill>
                  <a:srgbClr val="FE6E4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50" name="Google Shape;450;p33"/>
          <p:cNvSpPr txBox="1">
            <a:spLocks noGrp="1"/>
          </p:cNvSpPr>
          <p:nvPr>
            <p:ph type="title" idx="4"/>
          </p:nvPr>
        </p:nvSpPr>
        <p:spPr>
          <a:xfrm>
            <a:off x="594360" y="2185416"/>
            <a:ext cx="51964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2045"/>
              </a:buClr>
              <a:buSzPts val="1500"/>
              <a:buFont typeface="Space Grotesk Medium"/>
              <a:buNone/>
              <a:defRPr sz="2000">
                <a:solidFill>
                  <a:srgbClr val="32204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Google Shape;60;p15">
            <a:extLst>
              <a:ext uri="{FF2B5EF4-FFF2-40B4-BE49-F238E27FC236}">
                <a16:creationId xmlns:a16="http://schemas.microsoft.com/office/drawing/2014/main" id="{91E9CA74-212A-0AB8-5008-E3AB2641E76C}"/>
              </a:ext>
            </a:extLst>
          </p:cNvPr>
          <p:cNvSpPr/>
          <p:nvPr userDrawn="1"/>
        </p:nvSpPr>
        <p:spPr>
          <a:xfrm>
            <a:off x="3070860" y="6524056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 dirty="0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A8B2046-F162-3D46-2CA6-3167F619F6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4456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FB2BBF-4DD1-604F-BF95-8E5E799F92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71178"/>
            <a:ext cx="1097280" cy="21613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2AF727-AE72-DC0D-E1B4-35063D3D11B4}"/>
              </a:ext>
            </a:extLst>
          </p:cNvPr>
          <p:cNvSpPr/>
          <p:nvPr userDrawn="1"/>
        </p:nvSpPr>
        <p:spPr>
          <a:xfrm>
            <a:off x="0" y="6793992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439;p32">
            <a:extLst>
              <a:ext uri="{FF2B5EF4-FFF2-40B4-BE49-F238E27FC236}">
                <a16:creationId xmlns:a16="http://schemas.microsoft.com/office/drawing/2014/main" id="{B0AB9F6D-610F-AA84-6B91-BB07C0BAB595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387251" y="2761671"/>
            <a:ext cx="5398108" cy="30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0128" lvl="0" indent="0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None/>
              <a:defRPr sz="1333">
                <a:solidFill>
                  <a:schemeClr val="accent2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1219170" lvl="1" indent="-389457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"/>
              <a:buChar char="○"/>
              <a:defRPr sz="1333">
                <a:solidFill>
                  <a:srgbClr val="E7ECE4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369F6439-C358-3B8A-E436-8809BA1AE46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953125" y="428625"/>
            <a:ext cx="6076950" cy="5341446"/>
          </a:xfrm>
        </p:spPr>
        <p:txBody>
          <a:bodyPr/>
          <a:lstStyle>
            <a:lvl1pPr>
              <a:defRPr sz="200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600">
                <a:solidFill>
                  <a:schemeClr val="accent2"/>
                </a:solidFill>
              </a:defRPr>
            </a:lvl3pPr>
            <a:lvl4pPr>
              <a:defRPr sz="1400">
                <a:solidFill>
                  <a:schemeClr val="accent2"/>
                </a:solidFill>
              </a:defRPr>
            </a:lvl4pPr>
            <a:lvl5pPr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2301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Dark" preserve="1" userDrawn="1">
  <p:cSld name="Image Left Dark option 1">
    <p:bg>
      <p:bgPr>
        <a:solidFill>
          <a:schemeClr val="accent2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"/>
          <p:cNvSpPr/>
          <p:nvPr/>
        </p:nvSpPr>
        <p:spPr>
          <a:xfrm>
            <a:off x="8737600" y="6522720"/>
            <a:ext cx="2692460" cy="20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8"/>
          <p:cNvSpPr>
            <a:spLocks noGrp="1"/>
          </p:cNvSpPr>
          <p:nvPr>
            <p:ph type="pic" idx="2"/>
          </p:nvPr>
        </p:nvSpPr>
        <p:spPr>
          <a:xfrm>
            <a:off x="0" y="1799632"/>
            <a:ext cx="4792000" cy="426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22" name="Google Shape;522;p38"/>
          <p:cNvSpPr txBox="1">
            <a:spLocks noGrp="1"/>
          </p:cNvSpPr>
          <p:nvPr>
            <p:ph type="title" idx="4"/>
          </p:nvPr>
        </p:nvSpPr>
        <p:spPr>
          <a:xfrm>
            <a:off x="5358801" y="3456032"/>
            <a:ext cx="51964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500"/>
              <a:buFont typeface="Space Grotesk Medium"/>
              <a:buNone/>
              <a:defRPr sz="2000">
                <a:solidFill>
                  <a:srgbClr val="E7ECE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378E6DF-4F3A-3590-953C-676880F3FA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3E542E-6838-3F34-F7B2-E31A6D17898B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56F9B1-3B34-98A7-CBF4-6AEE3FD43E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sp>
        <p:nvSpPr>
          <p:cNvPr id="9" name="Google Shape;369;p26">
            <a:extLst>
              <a:ext uri="{FF2B5EF4-FFF2-40B4-BE49-F238E27FC236}">
                <a16:creationId xmlns:a16="http://schemas.microsoft.com/office/drawing/2014/main" id="{3C4D3A88-7653-2877-0082-FD7E24779F10}"/>
              </a:ext>
            </a:extLst>
          </p:cNvPr>
          <p:cNvSpPr txBox="1">
            <a:spLocks noGrp="1"/>
          </p:cNvSpPr>
          <p:nvPr>
            <p:ph type="subTitle" idx="16" hasCustomPrompt="1"/>
          </p:nvPr>
        </p:nvSpPr>
        <p:spPr>
          <a:xfrm>
            <a:off x="5358801" y="1769672"/>
            <a:ext cx="6071257" cy="1256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100"/>
              <a:buNone/>
              <a:defRPr sz="1500">
                <a:solidFill>
                  <a:srgbClr val="E7ECE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text</a:t>
            </a:r>
            <a:endParaRPr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A32E47-07E6-AB53-B441-9141C45154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58801" y="4253897"/>
            <a:ext cx="6071257" cy="1202341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630E238-762E-CB2C-A6F2-BFFF16FD54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4360" y="429768"/>
            <a:ext cx="10296144" cy="80467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4"/>
                </a:solidFill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FE89C79-8A3E-4A65-EEA5-8780462983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8368" y="1188720"/>
            <a:ext cx="10296144" cy="47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41214057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Light" preserve="1" userDrawn="1">
  <p:cSld name="Image Left Light option 1">
    <p:bg>
      <p:bgPr>
        <a:solidFill>
          <a:schemeClr val="accent5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"/>
          <p:cNvSpPr/>
          <p:nvPr/>
        </p:nvSpPr>
        <p:spPr>
          <a:xfrm>
            <a:off x="3070860" y="6522720"/>
            <a:ext cx="83592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9"/>
          <p:cNvSpPr>
            <a:spLocks noGrp="1"/>
          </p:cNvSpPr>
          <p:nvPr>
            <p:ph type="pic" idx="2"/>
          </p:nvPr>
        </p:nvSpPr>
        <p:spPr>
          <a:xfrm>
            <a:off x="0" y="1786433"/>
            <a:ext cx="4792000" cy="426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7F80E02-A783-E4F6-8128-23E5470C2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Google Shape;522;p38">
            <a:extLst>
              <a:ext uri="{FF2B5EF4-FFF2-40B4-BE49-F238E27FC236}">
                <a16:creationId xmlns:a16="http://schemas.microsoft.com/office/drawing/2014/main" id="{42BF6B5E-11CA-9250-BF18-8D7C329DCD2A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5358801" y="3456032"/>
            <a:ext cx="51964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500"/>
              <a:buFont typeface="Space Grotesk Medium"/>
              <a:buNone/>
              <a:defRPr sz="2000">
                <a:solidFill>
                  <a:schemeClr val="accen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" name="Google Shape;369;p26">
            <a:extLst>
              <a:ext uri="{FF2B5EF4-FFF2-40B4-BE49-F238E27FC236}">
                <a16:creationId xmlns:a16="http://schemas.microsoft.com/office/drawing/2014/main" id="{006A41CE-25AC-FE74-EEE3-D30E4B95E98F}"/>
              </a:ext>
            </a:extLst>
          </p:cNvPr>
          <p:cNvSpPr txBox="1">
            <a:spLocks noGrp="1"/>
          </p:cNvSpPr>
          <p:nvPr>
            <p:ph type="subTitle" idx="16" hasCustomPrompt="1"/>
          </p:nvPr>
        </p:nvSpPr>
        <p:spPr>
          <a:xfrm>
            <a:off x="5358801" y="1769672"/>
            <a:ext cx="6071257" cy="1256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100"/>
              <a:buNone/>
              <a:defRPr sz="1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text</a:t>
            </a:r>
            <a:endParaRPr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ED3F3712-56FB-179C-C2E0-B4A616AE67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58801" y="4253897"/>
            <a:ext cx="6071257" cy="1202341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3CA482-5A8D-7D77-4DD5-58B227F1E9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69842"/>
            <a:ext cx="1097280" cy="2161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BEBF24-3E5B-9F40-BE66-808B0E9B04F2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EE6DD27-4F44-2B33-E9FD-1663AD8F40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4360" y="429768"/>
            <a:ext cx="10296144" cy="804672"/>
          </a:xfr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3600">
                <a:solidFill>
                  <a:schemeClr val="bg1"/>
                </a:solidFill>
              </a:defRPr>
            </a:lvl2pPr>
            <a:lvl3pPr marL="914400" indent="0">
              <a:buNone/>
              <a:defRPr sz="3600">
                <a:solidFill>
                  <a:schemeClr val="bg1"/>
                </a:solidFill>
              </a:defRPr>
            </a:lvl3pPr>
            <a:lvl4pPr marL="1371600" indent="0">
              <a:buNone/>
              <a:defRPr sz="3600">
                <a:solidFill>
                  <a:schemeClr val="bg1"/>
                </a:solidFill>
              </a:defRPr>
            </a:lvl4pPr>
            <a:lvl5pPr marL="1828800" indent="0">
              <a:buNone/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3A7FC28-BE63-33E1-4B2C-B36B035D35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8368" y="1188720"/>
            <a:ext cx="10296144" cy="47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970366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Left Dark" preserve="1" userDrawn="1">
  <p:cSld name="Image Left Dark option 2">
    <p:bg>
      <p:bgPr>
        <a:solidFill>
          <a:schemeClr val="accent2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"/>
          <p:cNvSpPr/>
          <p:nvPr/>
        </p:nvSpPr>
        <p:spPr>
          <a:xfrm>
            <a:off x="8737600" y="6522720"/>
            <a:ext cx="2692460" cy="204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8"/>
          <p:cNvSpPr>
            <a:spLocks noGrp="1"/>
          </p:cNvSpPr>
          <p:nvPr>
            <p:ph type="pic" idx="2"/>
          </p:nvPr>
        </p:nvSpPr>
        <p:spPr>
          <a:xfrm>
            <a:off x="0" y="1786433"/>
            <a:ext cx="4792000" cy="4268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22" name="Google Shape;522;p38"/>
          <p:cNvSpPr txBox="1">
            <a:spLocks noGrp="1"/>
          </p:cNvSpPr>
          <p:nvPr>
            <p:ph type="title" idx="4"/>
          </p:nvPr>
        </p:nvSpPr>
        <p:spPr>
          <a:xfrm>
            <a:off x="5358801" y="1786433"/>
            <a:ext cx="5196400" cy="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500"/>
              <a:buFont typeface="Space Grotesk Medium"/>
              <a:buNone/>
              <a:defRPr sz="2000">
                <a:solidFill>
                  <a:srgbClr val="E7ECE4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378E6DF-4F3A-3590-953C-676880F3FA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3E542E-6838-3F34-F7B2-E31A6D17898B}"/>
              </a:ext>
            </a:extLst>
          </p:cNvPr>
          <p:cNvSpPr/>
          <p:nvPr userDrawn="1"/>
        </p:nvSpPr>
        <p:spPr>
          <a:xfrm>
            <a:off x="0" y="6792656"/>
            <a:ext cx="1219200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56F9B1-3B34-98A7-CBF4-6AEE3FD43E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A32E47-07E6-AB53-B441-9141C45154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58801" y="2584298"/>
            <a:ext cx="6071257" cy="1202341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C229ACC-9C6F-3044-6859-5A56FE7E8D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4360" y="429768"/>
            <a:ext cx="10296144" cy="804672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accent4"/>
                </a:solidFill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57FFDA1-760B-A8BF-04AB-D3EC67C2981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8368" y="1188720"/>
            <a:ext cx="10296144" cy="47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2"/>
                </a:solidFill>
              </a:defRPr>
            </a:lvl2pPr>
            <a:lvl3pPr marL="914400" indent="0">
              <a:buNone/>
              <a:defRPr sz="1800">
                <a:solidFill>
                  <a:schemeClr val="tx2"/>
                </a:solidFill>
              </a:defRPr>
            </a:lvl3pPr>
            <a:lvl4pPr marL="1371600" indent="0">
              <a:buNone/>
              <a:defRPr sz="1800">
                <a:solidFill>
                  <a:schemeClr val="tx2"/>
                </a:solidFill>
              </a:defRPr>
            </a:lvl4pPr>
            <a:lvl5pPr marL="1828800" indent="0"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1478374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- Dark" preserve="1" userDrawn="1">
  <p:cSld name="Thank You Dark">
    <p:bg>
      <p:bgPr>
        <a:solidFill>
          <a:schemeClr val="accent2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44" descr="preencoded.png"/>
          <p:cNvPicPr preferRelativeResize="0"/>
          <p:nvPr/>
        </p:nvPicPr>
        <p:blipFill rotWithShape="1">
          <a:blip r:embed="rId2">
            <a:alphaModFix/>
          </a:blip>
          <a:srcRect b="9333"/>
          <a:stretch>
            <a:fillRect/>
          </a:stretch>
        </p:blipFill>
        <p:spPr>
          <a:xfrm>
            <a:off x="0" y="0"/>
            <a:ext cx="12192000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4"/>
          <p:cNvSpPr/>
          <p:nvPr/>
        </p:nvSpPr>
        <p:spPr>
          <a:xfrm>
            <a:off x="8827896" y="6522733"/>
            <a:ext cx="26020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E7ECE4"/>
              </a:buClr>
              <a:buSzPts val="1000"/>
              <a:buFont typeface="DM Sans SemiBold"/>
              <a:buNone/>
            </a:pPr>
            <a:r>
              <a:rPr lang="en" sz="1333" b="0" i="0" u="none" strike="noStrike" cap="none">
                <a:solidFill>
                  <a:srgbClr val="E7ECE4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4"/>
          <p:cNvSpPr txBox="1">
            <a:spLocks noGrp="1"/>
          </p:cNvSpPr>
          <p:nvPr>
            <p:ph type="title" hasCustomPrompt="1"/>
          </p:nvPr>
        </p:nvSpPr>
        <p:spPr>
          <a:xfrm>
            <a:off x="897600" y="1820167"/>
            <a:ext cx="103968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DF3"/>
              </a:buClr>
              <a:buSzPts val="6300"/>
              <a:buFont typeface="Space Grotesk Medium"/>
              <a:buNone/>
              <a:defRPr sz="8400">
                <a:solidFill>
                  <a:srgbClr val="FFFDF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Thank You</a:t>
            </a:r>
            <a:endParaRPr dirty="0"/>
          </a:p>
        </p:txBody>
      </p:sp>
      <p:sp>
        <p:nvSpPr>
          <p:cNvPr id="575" name="Google Shape;575;p44"/>
          <p:cNvSpPr txBox="1">
            <a:spLocks noGrp="1"/>
          </p:cNvSpPr>
          <p:nvPr>
            <p:ph type="title" idx="2" hasCustomPrompt="1"/>
          </p:nvPr>
        </p:nvSpPr>
        <p:spPr>
          <a:xfrm>
            <a:off x="897600" y="4212933"/>
            <a:ext cx="10396800" cy="4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DF3"/>
              </a:buClr>
              <a:buSzPts val="1600"/>
              <a:buFont typeface="Space Grotesk Medium"/>
              <a:buNone/>
              <a:defRPr sz="2133">
                <a:solidFill>
                  <a:srgbClr val="FFFDF3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 err="1"/>
              <a:t>www.sdata.us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949451-EBD7-F909-159A-91FC4EA579A4}"/>
              </a:ext>
            </a:extLst>
          </p:cNvPr>
          <p:cNvSpPr/>
          <p:nvPr userDrawn="1"/>
        </p:nvSpPr>
        <p:spPr>
          <a:xfrm>
            <a:off x="0" y="6207760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1F258-C2BC-D34B-2A61-EA24B5284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80780" y="6444666"/>
            <a:ext cx="1097280" cy="26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676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- Light" preserve="1" userDrawn="1">
  <p:cSld name="Thank You Light">
    <p:bg>
      <p:bgPr>
        <a:solidFill>
          <a:schemeClr val="accent5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45" title="Back Cover White.png"/>
          <p:cNvPicPr preferRelativeResize="0"/>
          <p:nvPr/>
        </p:nvPicPr>
        <p:blipFill rotWithShape="1">
          <a:blip r:embed="rId2">
            <a:alphaModFix/>
          </a:blip>
          <a:srcRect b="8548"/>
          <a:stretch>
            <a:fillRect/>
          </a:stretch>
        </p:blipFill>
        <p:spPr>
          <a:xfrm>
            <a:off x="0" y="0"/>
            <a:ext cx="12192000" cy="6271768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5"/>
          <p:cNvSpPr/>
          <p:nvPr/>
        </p:nvSpPr>
        <p:spPr>
          <a:xfrm>
            <a:off x="9407895" y="6522733"/>
            <a:ext cx="2022000" cy="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6242"/>
              </a:lnSpc>
              <a:spcBef>
                <a:spcPts val="0"/>
              </a:spcBef>
              <a:spcAft>
                <a:spcPts val="0"/>
              </a:spcAft>
              <a:buClr>
                <a:srgbClr val="373739"/>
              </a:buClr>
              <a:buSzPts val="1000"/>
              <a:buFont typeface="DM Sans SemiBold"/>
              <a:buNone/>
            </a:pPr>
            <a:r>
              <a:rPr lang="en" sz="1333" b="0" i="0" u="none" strike="noStrike" cap="none">
                <a:solidFill>
                  <a:srgbClr val="373739"/>
                </a:solidFill>
                <a:latin typeface="DM Sans 14pt SemiBold"/>
                <a:ea typeface="DM Sans 14pt SemiBold"/>
                <a:cs typeface="DM Sans 14pt SemiBold"/>
                <a:sym typeface="DM Sans SemiBold"/>
              </a:rPr>
              <a:t>CONFIDENTIAL</a:t>
            </a:r>
            <a:endParaRPr sz="133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5"/>
          <p:cNvSpPr txBox="1">
            <a:spLocks noGrp="1"/>
          </p:cNvSpPr>
          <p:nvPr>
            <p:ph type="title" hasCustomPrompt="1"/>
          </p:nvPr>
        </p:nvSpPr>
        <p:spPr>
          <a:xfrm>
            <a:off x="897600" y="1820167"/>
            <a:ext cx="10396800" cy="1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2045"/>
              </a:buClr>
              <a:buSzPts val="6300"/>
              <a:buFont typeface="Space Grotesk Medium"/>
              <a:buNone/>
              <a:defRPr sz="8400">
                <a:solidFill>
                  <a:srgbClr val="32204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Thank you</a:t>
            </a:r>
            <a:endParaRPr dirty="0"/>
          </a:p>
        </p:txBody>
      </p:sp>
      <p:sp>
        <p:nvSpPr>
          <p:cNvPr id="581" name="Google Shape;581;p45"/>
          <p:cNvSpPr txBox="1">
            <a:spLocks noGrp="1"/>
          </p:cNvSpPr>
          <p:nvPr>
            <p:ph type="title" idx="2" hasCustomPrompt="1"/>
          </p:nvPr>
        </p:nvSpPr>
        <p:spPr>
          <a:xfrm>
            <a:off x="897600" y="4212933"/>
            <a:ext cx="10396800" cy="4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2045"/>
              </a:buClr>
              <a:buSzPts val="1600"/>
              <a:buFont typeface="Space Grotesk Medium"/>
              <a:buNone/>
              <a:defRPr sz="2133">
                <a:solidFill>
                  <a:srgbClr val="32204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 err="1"/>
              <a:t>www.sdata.us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D3AFF5-66D1-9BFE-BEC3-1F60E7CBBF0A}"/>
              </a:ext>
            </a:extLst>
          </p:cNvPr>
          <p:cNvSpPr/>
          <p:nvPr userDrawn="1"/>
        </p:nvSpPr>
        <p:spPr>
          <a:xfrm>
            <a:off x="0" y="6207760"/>
            <a:ext cx="12192000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78A31-BA8D-5DA2-48BC-9D384E2FB3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80780" y="6471178"/>
            <a:ext cx="1097280" cy="21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4146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DC84-13E6-E37F-95A8-A11BE0C57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33CDD-060E-B1F3-1457-07BDBD24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BF14-1BC4-2D4E-895B-B1EC91FEB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0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B291F8-CF9C-FF08-43A6-FAC787137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68016-AA77-77AF-A1B4-9F8E6ED27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B165F-EB85-C2A8-7ED3-5E495D89F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782" y="6453120"/>
            <a:ext cx="657962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3"/>
                </a:solidFill>
                <a:latin typeface="Space Grotesk Medium" pitchFamily="2" charset="77"/>
                <a:cs typeface="Space Grotesk Medium" pitchFamily="2" charset="77"/>
              </a:defRPr>
            </a:lvl1pPr>
          </a:lstStyle>
          <a:p>
            <a:fld id="{058BBF14-1BC4-2D4E-895B-B1EC91FEBC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73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96" r:id="rId3"/>
    <p:sldLayoutId id="2147483697" r:id="rId4"/>
    <p:sldLayoutId id="2147483712" r:id="rId5"/>
    <p:sldLayoutId id="2147483713" r:id="rId6"/>
    <p:sldLayoutId id="2147483722" r:id="rId7"/>
    <p:sldLayoutId id="2147483666" r:id="rId8"/>
    <p:sldLayoutId id="2147483667" r:id="rId9"/>
    <p:sldLayoutId id="2147483660" r:id="rId10"/>
    <p:sldLayoutId id="2147483661" r:id="rId11"/>
    <p:sldLayoutId id="2147483720" r:id="rId12"/>
    <p:sldLayoutId id="2147483723" r:id="rId13"/>
    <p:sldLayoutId id="214748372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10" r:id="rId20"/>
    <p:sldLayoutId id="2147483708" r:id="rId21"/>
    <p:sldLayoutId id="2147483711" r:id="rId22"/>
    <p:sldLayoutId id="2147483714" r:id="rId23"/>
    <p:sldLayoutId id="2147483715" r:id="rId24"/>
    <p:sldLayoutId id="2147483701" r:id="rId25"/>
    <p:sldLayoutId id="2147483678" r:id="rId26"/>
    <p:sldLayoutId id="2147483679" r:id="rId27"/>
    <p:sldLayoutId id="2147483716" r:id="rId28"/>
    <p:sldLayoutId id="2147483717" r:id="rId29"/>
    <p:sldLayoutId id="2147483718" r:id="rId30"/>
    <p:sldLayoutId id="2147483719" r:id="rId31"/>
    <p:sldLayoutId id="2147483698" r:id="rId32"/>
    <p:sldLayoutId id="2147483699" r:id="rId33"/>
    <p:sldLayoutId id="2147483700" r:id="rId34"/>
    <p:sldLayoutId id="2147483690" r:id="rId35"/>
    <p:sldLayoutId id="2147483691" r:id="rId36"/>
    <p:sldLayoutId id="2147483654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accent3"/>
          </a:solidFill>
          <a:latin typeface="Space Grotesk Medium" pitchFamily="2" charset="77"/>
          <a:ea typeface="+mj-ea"/>
          <a:cs typeface="Space Grotesk Medium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accent3"/>
          </a:solidFill>
          <a:latin typeface="Space Grotesk Medium" pitchFamily="2" charset="77"/>
          <a:ea typeface="+mn-ea"/>
          <a:cs typeface="Space Grotesk Medium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accent3"/>
          </a:solidFill>
          <a:latin typeface="Space Grotesk Medium" pitchFamily="2" charset="77"/>
          <a:ea typeface="+mn-ea"/>
          <a:cs typeface="Space Grotesk Medium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accent3"/>
          </a:solidFill>
          <a:latin typeface="Space Grotesk Medium" pitchFamily="2" charset="77"/>
          <a:ea typeface="+mn-ea"/>
          <a:cs typeface="Space Grotesk Medium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3"/>
          </a:solidFill>
          <a:latin typeface="Space Grotesk Medium" pitchFamily="2" charset="77"/>
          <a:ea typeface="+mn-ea"/>
          <a:cs typeface="Space Grotesk Medium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accent3"/>
          </a:solidFill>
          <a:latin typeface="Space Grotesk Medium" pitchFamily="2" charset="77"/>
          <a:ea typeface="+mn-ea"/>
          <a:cs typeface="Space Grotesk Medium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5E468C-ED82-DFF8-D7F2-68EF92F2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    Project Kickoff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6506FB-846F-58B8-39AC-F197BDC060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accent4">
                    <a:lumMod val="40000"/>
                    <a:lumOff val="60000"/>
                  </a:schemeClr>
                </a:solidFill>
                <a:latin typeface="Space Grotesk Medium"/>
              </a:rPr>
              <a:t>Onshore Mailroom &amp; Data Capture Implementation</a:t>
            </a:r>
            <a:endParaRPr lang="en-US" sz="2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EAD5DF-C58E-139E-C61E-788AE7DDCE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pace Grotesk Medium"/>
              </a:rPr>
              <a:t>November 17,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023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85F1-109E-395A-18BB-3626EBFA7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244" y="2759827"/>
            <a:ext cx="2359976" cy="806148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59978-DD82-1AD6-A73E-A03D975434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1763431"/>
            <a:ext cx="5095812" cy="2798941"/>
          </a:xfrm>
        </p:spPr>
        <p:txBody>
          <a:bodyPr>
            <a:normAutofit/>
          </a:bodyPr>
          <a:lstStyle/>
          <a:p>
            <a:r>
              <a:rPr lang="en-US" sz="4000" dirty="0"/>
              <a:t>Introductions</a:t>
            </a:r>
          </a:p>
          <a:p>
            <a:r>
              <a:rPr lang="en-US" sz="4000" dirty="0"/>
              <a:t>Scope Review</a:t>
            </a:r>
          </a:p>
          <a:p>
            <a:r>
              <a:rPr lang="en-US" sz="4000" dirty="0"/>
              <a:t>Project Roadmap</a:t>
            </a:r>
          </a:p>
          <a:p>
            <a:r>
              <a:rPr lang="en-US" sz="4000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62742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C9A08-31E4-0FC4-E504-BF93EFBC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SDS Project Team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CAFDC-CA88-BD67-F2AB-F6FCE89D58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Space Grotesk Medium"/>
              </a:rPr>
              <a:t>Lead Engineer: </a:t>
            </a:r>
            <a:r>
              <a:rPr lang="en-US" sz="1800" dirty="0">
                <a:latin typeface="Space Grotesk Medium"/>
              </a:rPr>
              <a:t>Joshua Smith</a:t>
            </a:r>
            <a:endParaRPr lang="en-US" dirty="0"/>
          </a:p>
          <a:p>
            <a:pPr marL="457200" lvl="1" indent="0">
              <a:buNone/>
            </a:pPr>
            <a:endParaRPr lang="en-US" dirty="0">
              <a:latin typeface="Space Grotesk Medium"/>
            </a:endParaRPr>
          </a:p>
          <a:p>
            <a:r>
              <a:rPr lang="en-US" dirty="0">
                <a:latin typeface="Space Grotesk Medium"/>
              </a:rPr>
              <a:t>Supporting Engineer: </a:t>
            </a:r>
            <a:r>
              <a:rPr lang="en-US" sz="1800" dirty="0">
                <a:latin typeface="Space Grotesk Medium"/>
              </a:rPr>
              <a:t>Connor Kelley</a:t>
            </a:r>
            <a:endParaRPr lang="en-US" dirty="0">
              <a:latin typeface="Space Grotesk Medium"/>
            </a:endParaRPr>
          </a:p>
          <a:p>
            <a:pPr marL="457200" lvl="1" indent="0">
              <a:buNone/>
            </a:pPr>
            <a:endParaRPr lang="en-US" dirty="0">
              <a:latin typeface="Space Grotesk Medium"/>
            </a:endParaRPr>
          </a:p>
          <a:p>
            <a:r>
              <a:rPr lang="en-US" dirty="0">
                <a:latin typeface="Space Grotesk Medium"/>
              </a:rPr>
              <a:t>Business Analyst: </a:t>
            </a:r>
            <a:r>
              <a:rPr lang="en-US" sz="1800" dirty="0">
                <a:latin typeface="Space Grotesk Medium"/>
              </a:rPr>
              <a:t>Ann Dion</a:t>
            </a:r>
            <a:endParaRPr lang="en-US" dirty="0">
              <a:latin typeface="Space Grotesk Medium"/>
            </a:endParaRPr>
          </a:p>
          <a:p>
            <a:pPr marL="457200" lvl="1" indent="0">
              <a:buNone/>
            </a:pPr>
            <a:endParaRPr lang="en-US" dirty="0">
              <a:latin typeface="Space Grotesk Medium"/>
            </a:endParaRPr>
          </a:p>
          <a:p>
            <a:r>
              <a:rPr lang="en-US" dirty="0">
                <a:latin typeface="Space Grotesk Medium"/>
              </a:rPr>
              <a:t>Project Manager: Nathan Dufresne</a:t>
            </a:r>
          </a:p>
          <a:p>
            <a:pPr marL="457200" lvl="1" indent="0">
              <a:buNone/>
            </a:pPr>
            <a:endParaRPr lang="en-US" dirty="0">
              <a:latin typeface="Space Grotesk Medium"/>
            </a:endParaRPr>
          </a:p>
          <a:p>
            <a:r>
              <a:rPr lang="en-US" dirty="0">
                <a:latin typeface="Space Grotesk Medium"/>
              </a:rPr>
              <a:t>Client Partner: Barrett </a:t>
            </a:r>
            <a:r>
              <a:rPr lang="en-US" dirty="0" err="1">
                <a:latin typeface="Space Grotesk Medium"/>
              </a:rPr>
              <a:t>Mcinnis</a:t>
            </a:r>
          </a:p>
        </p:txBody>
      </p:sp>
    </p:spTree>
    <p:extLst>
      <p:ext uri="{BB962C8B-B14F-4D97-AF65-F5344CB8AC3E}">
        <p14:creationId xmlns:p14="http://schemas.microsoft.com/office/powerpoint/2010/main" val="89251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278F5-9269-2E75-5823-94A7E33F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Scope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61C7D-2EB9-F862-034E-B2FB6C1C283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Mailroom &amp; Data Capture 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8A8E4-438E-D379-8EB8-D18127140D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dirty="0">
                <a:latin typeface="Space Grotesk Medium"/>
              </a:rPr>
              <a:t>QuickClaim Portal Access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latin typeface="Space Grotesk Medium"/>
              </a:rPr>
              <a:t>Business Requirements Documentation 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latin typeface="Space Grotesk Medium"/>
              </a:rPr>
              <a:t>Configuration – Single Sign-On (SSO) 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latin typeface="Space Grotesk Medium"/>
              </a:rPr>
              <a:t>Configuration – Client Scanner Kiosk</a:t>
            </a:r>
          </a:p>
          <a:p>
            <a:pPr marL="457200" indent="-457200">
              <a:buAutoNum type="arabicPeriod"/>
            </a:pPr>
            <a:r>
              <a:rPr lang="en-US" dirty="0">
                <a:latin typeface="Space Grotesk Medium"/>
              </a:rPr>
              <a:t>Configuration – Standard Claim Forms </a:t>
            </a:r>
          </a:p>
          <a:p>
            <a:pPr marL="457200" indent="-457200">
              <a:buAutoNum type="arabicPeriod"/>
            </a:pPr>
            <a:r>
              <a:rPr lang="en-US" dirty="0">
                <a:latin typeface="Space Grotesk Medium"/>
              </a:rPr>
              <a:t>Configuration - X-Ray Sticker ID Capture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latin typeface="Space Grotesk Medium"/>
              </a:rPr>
              <a:t>Configuration – Member Matching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latin typeface="Space Grotesk Medium"/>
              </a:rPr>
              <a:t>Configuration – Provider Rejection Letters 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latin typeface="Space Grotesk Medium"/>
              </a:rPr>
              <a:t>Data Capture Operations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99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4ED812-FA58-E26D-2897-70C21068F3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58303" y="1640969"/>
            <a:ext cx="10571741" cy="4049871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52931D-351D-7683-6371-5D0E3DC65A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6462" y="452917"/>
            <a:ext cx="10735421" cy="80467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High-Level Project Roadmap</a:t>
            </a:r>
          </a:p>
        </p:txBody>
      </p:sp>
    </p:spTree>
    <p:extLst>
      <p:ext uri="{BB962C8B-B14F-4D97-AF65-F5344CB8AC3E}">
        <p14:creationId xmlns:p14="http://schemas.microsoft.com/office/powerpoint/2010/main" val="473361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6F4907B-3CBB-B5F4-504B-014A29B76D7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4360" y="1356920"/>
            <a:ext cx="9707108" cy="4916557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Setup project meetings</a:t>
            </a:r>
          </a:p>
          <a:p>
            <a:pPr marL="800100" lvl="1" indent="-342900">
              <a:lnSpc>
                <a:spcPct val="114999"/>
              </a:lnSpc>
              <a:buFont typeface="Courier New" panose="05000000000000000000" pitchFamily="2" charset="2"/>
              <a:buChar char="o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 panose="02110004020202020204"/>
              </a:rPr>
              <a:t>Weekly Status</a:t>
            </a:r>
          </a:p>
          <a:p>
            <a:pPr marL="800100" lvl="1" indent="-342900">
              <a:lnSpc>
                <a:spcPct val="114999"/>
              </a:lnSpc>
              <a:buFont typeface="Courier New" panose="05000000000000000000" pitchFamily="2" charset="2"/>
              <a:buChar char="o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 panose="02110004020202020204"/>
              </a:rPr>
              <a:t>BRD sessions</a:t>
            </a:r>
          </a:p>
          <a:p>
            <a:pPr marL="800100" lvl="1" indent="-342900">
              <a:lnSpc>
                <a:spcPct val="114999"/>
              </a:lnSpc>
              <a:buFont typeface="Courier New" panose="05000000000000000000" pitchFamily="2" charset="2"/>
              <a:buChar char="o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 panose="02110004020202020204"/>
              </a:rPr>
              <a:t>Testing sessions</a:t>
            </a:r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Gather business requirements</a:t>
            </a:r>
          </a:p>
          <a:p>
            <a:pPr marL="800100" lvl="1" indent="-342900">
              <a:lnSpc>
                <a:spcPct val="114999"/>
              </a:lnSpc>
              <a:buFont typeface="Courier New" panose="05000000000000000000" pitchFamily="2" charset="2"/>
              <a:buChar char="o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/>
              </a:rPr>
              <a:t>Team expectations</a:t>
            </a:r>
          </a:p>
          <a:p>
            <a:pPr marL="800100" lvl="1" indent="-342900">
              <a:lnSpc>
                <a:spcPct val="114999"/>
              </a:lnSpc>
              <a:buFont typeface="Courier New" panose="05000000000000000000" pitchFamily="2" charset="2"/>
              <a:buChar char="o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/>
              </a:rPr>
              <a:t>Information needed to scope</a:t>
            </a:r>
          </a:p>
          <a:p>
            <a:pPr marL="0" indent="0"/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Agreement on testing protocol 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14999"/>
              </a:lnSpc>
              <a:buFont typeface="Courier New" panose="05000000000000000000" pitchFamily="2" charset="2"/>
              <a:buChar char="o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 panose="02110004020202020204"/>
              </a:rPr>
              <a:t>Expectations</a:t>
            </a:r>
            <a:endParaRPr lang="en-US" sz="1400" dirty="0">
              <a:solidFill>
                <a:schemeClr val="accent4">
                  <a:lumMod val="40000"/>
                  <a:lumOff val="60000"/>
                </a:schemeClr>
              </a:solidFill>
              <a:latin typeface="Aptos Display" panose="02110004020202020204"/>
            </a:endParaRPr>
          </a:p>
          <a:p>
            <a:pPr marL="800100" lvl="1" indent="-342900">
              <a:lnSpc>
                <a:spcPct val="114999"/>
              </a:lnSpc>
              <a:buFont typeface="Courier New" panose="05000000000000000000" pitchFamily="2" charset="2"/>
              <a:buChar char="o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 panose="02110004020202020204"/>
              </a:rPr>
              <a:t>Structure</a:t>
            </a:r>
          </a:p>
          <a:p>
            <a:pPr marL="800100" lvl="1" indent="-342900">
              <a:lnSpc>
                <a:spcPct val="114999"/>
              </a:lnSpc>
              <a:buFont typeface="Courier New" panose="05000000000000000000" pitchFamily="2" charset="2"/>
              <a:buChar char="o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 panose="02110004020202020204"/>
              </a:rPr>
              <a:t>Timelines </a:t>
            </a:r>
          </a:p>
          <a:p>
            <a:pPr marL="800100" lvl="1" indent="-342900">
              <a:lnSpc>
                <a:spcPct val="114999"/>
              </a:lnSpc>
              <a:buFont typeface="Courier New" panose="05000000000000000000" pitchFamily="2" charset="2"/>
              <a:buChar char="o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 panose="02110004020202020204"/>
              </a:rPr>
              <a:t>Artifacts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0F18D-A874-FF53-F578-7D794370DB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747163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574A-C5A3-9EFC-09E8-C4AE31A5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4896BF-31B0-4FDA-262A-2B9E2F55F548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68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MARTDATA">
      <a:dk1>
        <a:srgbClr val="595959"/>
      </a:dk1>
      <a:lt1>
        <a:srgbClr val="FE6E4E"/>
      </a:lt1>
      <a:dk2>
        <a:srgbClr val="FFFDF3"/>
      </a:dk2>
      <a:lt2>
        <a:srgbClr val="E7ECE4"/>
      </a:lt2>
      <a:accent1>
        <a:srgbClr val="373739"/>
      </a:accent1>
      <a:accent2>
        <a:srgbClr val="322045"/>
      </a:accent2>
      <a:accent3>
        <a:srgbClr val="19181A"/>
      </a:accent3>
      <a:accent4>
        <a:srgbClr val="D097E7"/>
      </a:accent4>
      <a:accent5>
        <a:srgbClr val="FDFDFD"/>
      </a:accent5>
      <a:accent6>
        <a:srgbClr val="FFFFFF"/>
      </a:accent6>
      <a:hlink>
        <a:srgbClr val="FFFFFF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mart Data Solutions Template 29 Oct 2025 " id="{E003EB5A-3961-49DC-8043-25F12A821448}" vid="{7867336E-CC72-43A8-9777-4FDC162F9C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4E34654BC8C24FA6F49959766C32EE" ma:contentTypeVersion="3" ma:contentTypeDescription="Create a new document." ma:contentTypeScope="" ma:versionID="e476eb68442c9d2ddd225d4e22bc6e8c">
  <xsd:schema xmlns:xsd="http://www.w3.org/2001/XMLSchema" xmlns:xs="http://www.w3.org/2001/XMLSchema" xmlns:p="http://schemas.microsoft.com/office/2006/metadata/properties" xmlns:ns2="b4f6bcd5-2639-403d-bd91-36358d74bdf9" targetNamespace="http://schemas.microsoft.com/office/2006/metadata/properties" ma:root="true" ma:fieldsID="31c45217c888e2fc3e5af76c7e504224" ns2:_="">
    <xsd:import namespace="b4f6bcd5-2639-403d-bd91-36358d74bd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f6bcd5-2639-403d-bd91-36358d74bd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78D400-A134-4077-B1F4-92FB80B8BE0C}"/>
</file>

<file path=customXml/itemProps2.xml><?xml version="1.0" encoding="utf-8"?>
<ds:datastoreItem xmlns:ds="http://schemas.openxmlformats.org/officeDocument/2006/customXml" ds:itemID="{F6CB70CC-A4F9-49DA-9577-45818D54EB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2C673B-AC98-4AAD-892C-4A5A30DE16FC}">
  <ds:schemaRefs>
    <ds:schemaRef ds:uri="http://purl.org/dc/dcmitype/"/>
    <ds:schemaRef ds:uri="b12e9f4f-bbed-49bc-ae9c-5c4925d5c1b2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003c907c-2a16-483b-ab10-da56a1ba0a4d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Data Solutions Template 29 Oct 2025 </Template>
  <TotalTime>119</TotalTime>
  <Words>132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Courier New</vt:lpstr>
      <vt:lpstr>DM Sans</vt:lpstr>
      <vt:lpstr>DM Sans 14pt</vt:lpstr>
      <vt:lpstr>DM Sans 14pt Light</vt:lpstr>
      <vt:lpstr>DM Sans 14pt SemiBold</vt:lpstr>
      <vt:lpstr>DM Sans Light</vt:lpstr>
      <vt:lpstr>DM Sans SemiBold</vt:lpstr>
      <vt:lpstr>Space Grotesk</vt:lpstr>
      <vt:lpstr>Space Grotesk Medium</vt:lpstr>
      <vt:lpstr>Wingdings</vt:lpstr>
      <vt:lpstr>Office Theme</vt:lpstr>
      <vt:lpstr>Client     Project Kickoff</vt:lpstr>
      <vt:lpstr>Agenda</vt:lpstr>
      <vt:lpstr>SDS Project Team</vt:lpstr>
      <vt:lpstr>Summary of Scope</vt:lpstr>
      <vt:lpstr>PowerPoint Presentation</vt:lpstr>
      <vt:lpstr>PowerPoint Presentation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Dufresne</dc:creator>
  <cp:lastModifiedBy>Victoria Friedhoff</cp:lastModifiedBy>
  <cp:revision>62</cp:revision>
  <dcterms:created xsi:type="dcterms:W3CDTF">2025-11-14T21:26:48Z</dcterms:created>
  <dcterms:modified xsi:type="dcterms:W3CDTF">2026-02-24T20:26:42Z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0x0101002D4E34654BC8C24FA6F49959766C32EE</vt:lpwstr>
  </property>
  <property fmtid="{D5CDD505-2E9C-101B-9397-08002B2CF9AE}" pid="3" name="MediaServiceImageTags">
    <vt:lpwstr/>
  </property>
  <property fmtid="{D5CDD505-2E9C-101B-9397-08002B2CF9AE}" pid="4" name="_dlc_DocIdItemGuid">
    <vt:lpwstr>e6f8a918-cd40-4ef0-966b-78b6a42b7420</vt:lpwstr>
  </property>
</Properties>
</file>